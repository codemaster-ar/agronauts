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9" r:id="rId5"/>
  </p:sldMasterIdLst>
  <p:notesMasterIdLst>
    <p:notesMasterId r:id="rId15"/>
  </p:notesMasterIdLst>
  <p:sldIdLst>
    <p:sldId id="257" r:id="rId6"/>
    <p:sldId id="270" r:id="rId7"/>
    <p:sldId id="264" r:id="rId8"/>
    <p:sldId id="265" r:id="rId9"/>
    <p:sldId id="266" r:id="rId10"/>
    <p:sldId id="267" r:id="rId11"/>
    <p:sldId id="269" r:id="rId12"/>
    <p:sldId id="271" r:id="rId13"/>
    <p:sldId id="1261"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A1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C59B13-7471-116A-34CE-160EA52C3502}" v="10" dt="2026-01-30T06:40:58.530"/>
    <p1510:client id="{F17A53B9-090E-CC45-05B9-13F5E86AD167}" v="1" dt="2026-01-30T06:40:49.635"/>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86"/>
    <p:restoredTop sz="94593"/>
  </p:normalViewPr>
  <p:slideViewPr>
    <p:cSldViewPr snapToGrid="0">
      <p:cViewPr varScale="1">
        <p:scale>
          <a:sx n="110" d="100"/>
          <a:sy n="110" d="100"/>
        </p:scale>
        <p:origin x="123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Juma" userId="S::dia17103@diaestudents.com::1f5f8c9f-57d9-4872-8a5a-ad6720d52e02" providerId="AD" clId="Web-{F17A53B9-090E-CC45-05B9-13F5E86AD167}"/>
    <pc:docChg chg="modSld">
      <pc:chgData name="Sara Juma" userId="S::dia17103@diaestudents.com::1f5f8c9f-57d9-4872-8a5a-ad6720d52e02" providerId="AD" clId="Web-{F17A53B9-090E-CC45-05B9-13F5E86AD167}" dt="2026-01-30T06:40:49.635" v="0" actId="1076"/>
      <pc:docMkLst>
        <pc:docMk/>
      </pc:docMkLst>
      <pc:sldChg chg="modSp">
        <pc:chgData name="Sara Juma" userId="S::dia17103@diaestudents.com::1f5f8c9f-57d9-4872-8a5a-ad6720d52e02" providerId="AD" clId="Web-{F17A53B9-090E-CC45-05B9-13F5E86AD167}" dt="2026-01-30T06:40:49.635" v="0" actId="1076"/>
        <pc:sldMkLst>
          <pc:docMk/>
          <pc:sldMk cId="3715786620" sldId="265"/>
        </pc:sldMkLst>
        <pc:spChg chg="mod">
          <ac:chgData name="Sara Juma" userId="S::dia17103@diaestudents.com::1f5f8c9f-57d9-4872-8a5a-ad6720d52e02" providerId="AD" clId="Web-{F17A53B9-090E-CC45-05B9-13F5E86AD167}" dt="2026-01-30T06:40:49.635" v="0" actId="1076"/>
          <ac:spMkLst>
            <pc:docMk/>
            <pc:sldMk cId="3715786620" sldId="265"/>
            <ac:spMk id="5" creationId="{00000000-0000-0000-0000-000000000000}"/>
          </ac:spMkLst>
        </pc:spChg>
      </pc:sldChg>
    </pc:docChg>
  </pc:docChgLst>
  <pc:docChgLst>
    <pc:chgData name="Alicen Inker" userId="58f0e41d0e4d3faa" providerId="LiveId" clId="{5F803408-B34B-4764-AC7C-1541A9DD12CF}"/>
    <pc:docChg chg="custSel addSld delSld modSld delMainMaster modMainMaster">
      <pc:chgData name="Alicen Inker" userId="58f0e41d0e4d3faa" providerId="LiveId" clId="{5F803408-B34B-4764-AC7C-1541A9DD12CF}" dt="2026-01-27T15:00:57.711" v="266" actId="47"/>
      <pc:docMkLst>
        <pc:docMk/>
      </pc:docMkLst>
      <pc:sldChg chg="del setBg">
        <pc:chgData name="Alicen Inker" userId="58f0e41d0e4d3faa" providerId="LiveId" clId="{5F803408-B34B-4764-AC7C-1541A9DD12CF}" dt="2026-01-27T14:51:01.899" v="5" actId="2696"/>
        <pc:sldMkLst>
          <pc:docMk/>
          <pc:sldMk cId="0" sldId="257"/>
        </pc:sldMkLst>
      </pc:sldChg>
      <pc:sldChg chg="modSp add mod setBg modAnim">
        <pc:chgData name="Alicen Inker" userId="58f0e41d0e4d3faa" providerId="LiveId" clId="{5F803408-B34B-4764-AC7C-1541A9DD12CF}" dt="2026-01-27T14:51:40.969" v="48" actId="5793"/>
        <pc:sldMkLst>
          <pc:docMk/>
          <pc:sldMk cId="4243164118" sldId="257"/>
        </pc:sldMkLst>
        <pc:spChg chg="mod">
          <ac:chgData name="Alicen Inker" userId="58f0e41d0e4d3faa" providerId="LiveId" clId="{5F803408-B34B-4764-AC7C-1541A9DD12CF}" dt="2026-01-27T14:51:40.969" v="48" actId="5793"/>
          <ac:spMkLst>
            <pc:docMk/>
            <pc:sldMk cId="4243164118" sldId="257"/>
            <ac:spMk id="3" creationId="{00000000-0000-0000-0000-000000000000}"/>
          </ac:spMkLst>
        </pc:spChg>
      </pc:sldChg>
      <pc:sldChg chg="del">
        <pc:chgData name="Alicen Inker" userId="58f0e41d0e4d3faa" providerId="LiveId" clId="{5F803408-B34B-4764-AC7C-1541A9DD12CF}" dt="2026-01-27T14:51:01.899" v="5" actId="2696"/>
        <pc:sldMkLst>
          <pc:docMk/>
          <pc:sldMk cId="660493912" sldId="264"/>
        </pc:sldMkLst>
      </pc:sldChg>
      <pc:sldChg chg="modSp add mod">
        <pc:chgData name="Alicen Inker" userId="58f0e41d0e4d3faa" providerId="LiveId" clId="{5F803408-B34B-4764-AC7C-1541A9DD12CF}" dt="2026-01-27T14:52:55.940" v="98" actId="20577"/>
        <pc:sldMkLst>
          <pc:docMk/>
          <pc:sldMk cId="2564843288" sldId="264"/>
        </pc:sldMkLst>
        <pc:spChg chg="mod">
          <ac:chgData name="Alicen Inker" userId="58f0e41d0e4d3faa" providerId="LiveId" clId="{5F803408-B34B-4764-AC7C-1541A9DD12CF}" dt="2026-01-27T14:52:44.981" v="96" actId="1076"/>
          <ac:spMkLst>
            <pc:docMk/>
            <pc:sldMk cId="2564843288" sldId="264"/>
            <ac:spMk id="6" creationId="{00000000-0000-0000-0000-000000000000}"/>
          </ac:spMkLst>
        </pc:spChg>
        <pc:spChg chg="mod">
          <ac:chgData name="Alicen Inker" userId="58f0e41d0e4d3faa" providerId="LiveId" clId="{5F803408-B34B-4764-AC7C-1541A9DD12CF}" dt="2026-01-27T14:52:43.225" v="95" actId="1076"/>
          <ac:spMkLst>
            <pc:docMk/>
            <pc:sldMk cId="2564843288" sldId="264"/>
            <ac:spMk id="9" creationId="{00000000-0000-0000-0000-000000000000}"/>
          </ac:spMkLst>
        </pc:spChg>
        <pc:spChg chg="mod">
          <ac:chgData name="Alicen Inker" userId="58f0e41d0e4d3faa" providerId="LiveId" clId="{5F803408-B34B-4764-AC7C-1541A9DD12CF}" dt="2026-01-27T14:52:55.940" v="98" actId="20577"/>
          <ac:spMkLst>
            <pc:docMk/>
            <pc:sldMk cId="2564843288" sldId="264"/>
            <ac:spMk id="10" creationId="{00000000-0000-0000-0000-000000000000}"/>
          </ac:spMkLst>
        </pc:spChg>
        <pc:picChg chg="mod">
          <ac:chgData name="Alicen Inker" userId="58f0e41d0e4d3faa" providerId="LiveId" clId="{5F803408-B34B-4764-AC7C-1541A9DD12CF}" dt="2026-01-27T14:52:39.419" v="93" actId="1076"/>
          <ac:picMkLst>
            <pc:docMk/>
            <pc:sldMk cId="2564843288" sldId="264"/>
            <ac:picMk id="3074" creationId="{00000000-0000-0000-0000-000000000000}"/>
          </ac:picMkLst>
        </pc:picChg>
      </pc:sldChg>
      <pc:sldChg chg="del">
        <pc:chgData name="Alicen Inker" userId="58f0e41d0e4d3faa" providerId="LiveId" clId="{5F803408-B34B-4764-AC7C-1541A9DD12CF}" dt="2026-01-27T14:51:01.899" v="5" actId="2696"/>
        <pc:sldMkLst>
          <pc:docMk/>
          <pc:sldMk cId="50444213" sldId="265"/>
        </pc:sldMkLst>
      </pc:sldChg>
      <pc:sldChg chg="modSp add mod modNotesTx">
        <pc:chgData name="Alicen Inker" userId="58f0e41d0e4d3faa" providerId="LiveId" clId="{5F803408-B34B-4764-AC7C-1541A9DD12CF}" dt="2026-01-27T14:53:50.896" v="138" actId="20577"/>
        <pc:sldMkLst>
          <pc:docMk/>
          <pc:sldMk cId="3715786620" sldId="265"/>
        </pc:sldMkLst>
        <pc:spChg chg="mod">
          <ac:chgData name="Alicen Inker" userId="58f0e41d0e4d3faa" providerId="LiveId" clId="{5F803408-B34B-4764-AC7C-1541A9DD12CF}" dt="2026-01-27T14:53:34.960" v="112" actId="1076"/>
          <ac:spMkLst>
            <pc:docMk/>
            <pc:sldMk cId="3715786620" sldId="265"/>
            <ac:spMk id="2" creationId="{00000000-0000-0000-0000-000000000000}"/>
          </ac:spMkLst>
        </pc:spChg>
        <pc:spChg chg="mod">
          <ac:chgData name="Alicen Inker" userId="58f0e41d0e4d3faa" providerId="LiveId" clId="{5F803408-B34B-4764-AC7C-1541A9DD12CF}" dt="2026-01-27T14:53:16.731" v="103" actId="1076"/>
          <ac:spMkLst>
            <pc:docMk/>
            <pc:sldMk cId="3715786620" sldId="265"/>
            <ac:spMk id="5" creationId="{00000000-0000-0000-0000-000000000000}"/>
          </ac:spMkLst>
        </pc:spChg>
        <pc:spChg chg="mod">
          <ac:chgData name="Alicen Inker" userId="58f0e41d0e4d3faa" providerId="LiveId" clId="{5F803408-B34B-4764-AC7C-1541A9DD12CF}" dt="2026-01-27T14:53:39.509" v="114" actId="1076"/>
          <ac:spMkLst>
            <pc:docMk/>
            <pc:sldMk cId="3715786620" sldId="265"/>
            <ac:spMk id="6" creationId="{00000000-0000-0000-0000-000000000000}"/>
          </ac:spMkLst>
        </pc:spChg>
      </pc:sldChg>
      <pc:sldChg chg="del">
        <pc:chgData name="Alicen Inker" userId="58f0e41d0e4d3faa" providerId="LiveId" clId="{5F803408-B34B-4764-AC7C-1541A9DD12CF}" dt="2026-01-27T14:51:01.899" v="5" actId="2696"/>
        <pc:sldMkLst>
          <pc:docMk/>
          <pc:sldMk cId="2688785980" sldId="266"/>
        </pc:sldMkLst>
      </pc:sldChg>
      <pc:sldChg chg="modSp add mod modNotesTx">
        <pc:chgData name="Alicen Inker" userId="58f0e41d0e4d3faa" providerId="LiveId" clId="{5F803408-B34B-4764-AC7C-1541A9DD12CF}" dt="2026-01-27T14:55:59.953" v="172" actId="1076"/>
        <pc:sldMkLst>
          <pc:docMk/>
          <pc:sldMk cId="3941622877" sldId="266"/>
        </pc:sldMkLst>
        <pc:spChg chg="mod">
          <ac:chgData name="Alicen Inker" userId="58f0e41d0e4d3faa" providerId="LiveId" clId="{5F803408-B34B-4764-AC7C-1541A9DD12CF}" dt="2026-01-27T14:55:59.953" v="172" actId="1076"/>
          <ac:spMkLst>
            <pc:docMk/>
            <pc:sldMk cId="3941622877" sldId="266"/>
            <ac:spMk id="5" creationId="{00000000-0000-0000-0000-000000000000}"/>
          </ac:spMkLst>
        </pc:spChg>
        <pc:graphicFrameChg chg="mod modGraphic">
          <ac:chgData name="Alicen Inker" userId="58f0e41d0e4d3faa" providerId="LiveId" clId="{5F803408-B34B-4764-AC7C-1541A9DD12CF}" dt="2026-01-27T14:55:52.855" v="171" actId="20577"/>
          <ac:graphicFrameMkLst>
            <pc:docMk/>
            <pc:sldMk cId="3941622877" sldId="266"/>
            <ac:graphicFrameMk id="4" creationId="{00000000-0000-0000-0000-000000000000}"/>
          </ac:graphicFrameMkLst>
        </pc:graphicFrameChg>
      </pc:sldChg>
      <pc:sldChg chg="modSp add mod">
        <pc:chgData name="Alicen Inker" userId="58f0e41d0e4d3faa" providerId="LiveId" clId="{5F803408-B34B-4764-AC7C-1541A9DD12CF}" dt="2026-01-27T14:56:44.216" v="183" actId="207"/>
        <pc:sldMkLst>
          <pc:docMk/>
          <pc:sldMk cId="1418716216" sldId="267"/>
        </pc:sldMkLst>
        <pc:spChg chg="mod">
          <ac:chgData name="Alicen Inker" userId="58f0e41d0e4d3faa" providerId="LiveId" clId="{5F803408-B34B-4764-AC7C-1541A9DD12CF}" dt="2026-01-27T14:56:36.378" v="181" actId="207"/>
          <ac:spMkLst>
            <pc:docMk/>
            <pc:sldMk cId="1418716216" sldId="267"/>
            <ac:spMk id="4" creationId="{00000000-0000-0000-0000-000000000000}"/>
          </ac:spMkLst>
        </pc:spChg>
        <pc:spChg chg="mod">
          <ac:chgData name="Alicen Inker" userId="58f0e41d0e4d3faa" providerId="LiveId" clId="{5F803408-B34B-4764-AC7C-1541A9DD12CF}" dt="2026-01-27T14:56:18.406" v="178" actId="20577"/>
          <ac:spMkLst>
            <pc:docMk/>
            <pc:sldMk cId="1418716216" sldId="267"/>
            <ac:spMk id="5" creationId="{00000000-0000-0000-0000-000000000000}"/>
          </ac:spMkLst>
        </pc:spChg>
        <pc:spChg chg="mod">
          <ac:chgData name="Alicen Inker" userId="58f0e41d0e4d3faa" providerId="LiveId" clId="{5F803408-B34B-4764-AC7C-1541A9DD12CF}" dt="2026-01-27T14:56:44.216" v="183" actId="207"/>
          <ac:spMkLst>
            <pc:docMk/>
            <pc:sldMk cId="1418716216" sldId="267"/>
            <ac:spMk id="6" creationId="{00000000-0000-0000-0000-000000000000}"/>
          </ac:spMkLst>
        </pc:spChg>
      </pc:sldChg>
      <pc:sldChg chg="del">
        <pc:chgData name="Alicen Inker" userId="58f0e41d0e4d3faa" providerId="LiveId" clId="{5F803408-B34B-4764-AC7C-1541A9DD12CF}" dt="2026-01-27T14:51:01.899" v="5" actId="2696"/>
        <pc:sldMkLst>
          <pc:docMk/>
          <pc:sldMk cId="2754129256" sldId="267"/>
        </pc:sldMkLst>
      </pc:sldChg>
      <pc:sldChg chg="del">
        <pc:chgData name="Alicen Inker" userId="58f0e41d0e4d3faa" providerId="LiveId" clId="{5F803408-B34B-4764-AC7C-1541A9DD12CF}" dt="2026-01-27T14:51:01.899" v="5" actId="2696"/>
        <pc:sldMkLst>
          <pc:docMk/>
          <pc:sldMk cId="1870954929" sldId="269"/>
        </pc:sldMkLst>
      </pc:sldChg>
      <pc:sldChg chg="modSp add mod">
        <pc:chgData name="Alicen Inker" userId="58f0e41d0e4d3faa" providerId="LiveId" clId="{5F803408-B34B-4764-AC7C-1541A9DD12CF}" dt="2026-01-27T14:57:36.368" v="192" actId="33524"/>
        <pc:sldMkLst>
          <pc:docMk/>
          <pc:sldMk cId="3979094932" sldId="269"/>
        </pc:sldMkLst>
        <pc:spChg chg="mod">
          <ac:chgData name="Alicen Inker" userId="58f0e41d0e4d3faa" providerId="LiveId" clId="{5F803408-B34B-4764-AC7C-1541A9DD12CF}" dt="2026-01-27T14:57:36.368" v="192" actId="33524"/>
          <ac:spMkLst>
            <pc:docMk/>
            <pc:sldMk cId="3979094932" sldId="269"/>
            <ac:spMk id="3" creationId="{00000000-0000-0000-0000-000000000000}"/>
          </ac:spMkLst>
        </pc:spChg>
        <pc:spChg chg="mod">
          <ac:chgData name="Alicen Inker" userId="58f0e41d0e4d3faa" providerId="LiveId" clId="{5F803408-B34B-4764-AC7C-1541A9DD12CF}" dt="2026-01-27T14:57:25.809" v="189" actId="1076"/>
          <ac:spMkLst>
            <pc:docMk/>
            <pc:sldMk cId="3979094932" sldId="269"/>
            <ac:spMk id="4" creationId="{00000000-0000-0000-0000-000000000000}"/>
          </ac:spMkLst>
        </pc:spChg>
      </pc:sldChg>
      <pc:sldChg chg="modSp add mod modAnim">
        <pc:chgData name="Alicen Inker" userId="58f0e41d0e4d3faa" providerId="LiveId" clId="{5F803408-B34B-4764-AC7C-1541A9DD12CF}" dt="2026-01-27T14:52:28.807" v="89" actId="255"/>
        <pc:sldMkLst>
          <pc:docMk/>
          <pc:sldMk cId="2245706666" sldId="270"/>
        </pc:sldMkLst>
        <pc:spChg chg="mod">
          <ac:chgData name="Alicen Inker" userId="58f0e41d0e4d3faa" providerId="LiveId" clId="{5F803408-B34B-4764-AC7C-1541A9DD12CF}" dt="2026-01-27T14:52:28.807" v="89" actId="255"/>
          <ac:spMkLst>
            <pc:docMk/>
            <pc:sldMk cId="2245706666" sldId="270"/>
            <ac:spMk id="2" creationId="{00000000-0000-0000-0000-000000000000}"/>
          </ac:spMkLst>
        </pc:spChg>
        <pc:spChg chg="mod">
          <ac:chgData name="Alicen Inker" userId="58f0e41d0e4d3faa" providerId="LiveId" clId="{5F803408-B34B-4764-AC7C-1541A9DD12CF}" dt="2026-01-27T14:52:07.954" v="86" actId="20577"/>
          <ac:spMkLst>
            <pc:docMk/>
            <pc:sldMk cId="2245706666" sldId="270"/>
            <ac:spMk id="3" creationId="{00000000-0000-0000-0000-000000000000}"/>
          </ac:spMkLst>
        </pc:spChg>
      </pc:sldChg>
      <pc:sldChg chg="del">
        <pc:chgData name="Alicen Inker" userId="58f0e41d0e4d3faa" providerId="LiveId" clId="{5F803408-B34B-4764-AC7C-1541A9DD12CF}" dt="2026-01-27T14:51:01.899" v="5" actId="2696"/>
        <pc:sldMkLst>
          <pc:docMk/>
          <pc:sldMk cId="2822458666" sldId="270"/>
        </pc:sldMkLst>
      </pc:sldChg>
      <pc:sldChg chg="del">
        <pc:chgData name="Alicen Inker" userId="58f0e41d0e4d3faa" providerId="LiveId" clId="{5F803408-B34B-4764-AC7C-1541A9DD12CF}" dt="2026-01-27T14:51:01.899" v="5" actId="2696"/>
        <pc:sldMkLst>
          <pc:docMk/>
          <pc:sldMk cId="2185864163" sldId="271"/>
        </pc:sldMkLst>
      </pc:sldChg>
      <pc:sldChg chg="modSp add mod">
        <pc:chgData name="Alicen Inker" userId="58f0e41d0e4d3faa" providerId="LiveId" clId="{5F803408-B34B-4764-AC7C-1541A9DD12CF}" dt="2026-01-27T14:58:45.179" v="226" actId="1076"/>
        <pc:sldMkLst>
          <pc:docMk/>
          <pc:sldMk cId="2520601175" sldId="271"/>
        </pc:sldMkLst>
        <pc:spChg chg="mod">
          <ac:chgData name="Alicen Inker" userId="58f0e41d0e4d3faa" providerId="LiveId" clId="{5F803408-B34B-4764-AC7C-1541A9DD12CF}" dt="2026-01-27T14:58:45.179" v="226" actId="1076"/>
          <ac:spMkLst>
            <pc:docMk/>
            <pc:sldMk cId="2520601175" sldId="271"/>
            <ac:spMk id="3" creationId="{00000000-0000-0000-0000-000000000000}"/>
          </ac:spMkLst>
        </pc:spChg>
        <pc:spChg chg="mod">
          <ac:chgData name="Alicen Inker" userId="58f0e41d0e4d3faa" providerId="LiveId" clId="{5F803408-B34B-4764-AC7C-1541A9DD12CF}" dt="2026-01-27T14:58:04.300" v="197" actId="207"/>
          <ac:spMkLst>
            <pc:docMk/>
            <pc:sldMk cId="2520601175" sldId="271"/>
            <ac:spMk id="5" creationId="{00000000-0000-0000-0000-000000000000}"/>
          </ac:spMkLst>
        </pc:spChg>
      </pc:sldChg>
      <pc:sldChg chg="del">
        <pc:chgData name="Alicen Inker" userId="58f0e41d0e4d3faa" providerId="LiveId" clId="{5F803408-B34B-4764-AC7C-1541A9DD12CF}" dt="2026-01-27T14:51:01.899" v="5" actId="2696"/>
        <pc:sldMkLst>
          <pc:docMk/>
          <pc:sldMk cId="3377835327" sldId="272"/>
        </pc:sldMkLst>
      </pc:sldChg>
      <pc:sldChg chg="delSp add del">
        <pc:chgData name="Alicen Inker" userId="58f0e41d0e4d3faa" providerId="LiveId" clId="{5F803408-B34B-4764-AC7C-1541A9DD12CF}" dt="2026-01-27T15:00:43.102" v="264" actId="47"/>
        <pc:sldMkLst>
          <pc:docMk/>
          <pc:sldMk cId="4152674032" sldId="272"/>
        </pc:sldMkLst>
        <pc:grpChg chg="del">
          <ac:chgData name="Alicen Inker" userId="58f0e41d0e4d3faa" providerId="LiveId" clId="{5F803408-B34B-4764-AC7C-1541A9DD12CF}" dt="2026-01-27T14:59:44.918" v="232" actId="21"/>
          <ac:grpSpMkLst>
            <pc:docMk/>
            <pc:sldMk cId="4152674032" sldId="272"/>
            <ac:grpSpMk id="15" creationId="{00000000-0000-0000-0000-000000000000}"/>
          </ac:grpSpMkLst>
        </pc:grpChg>
        <pc:grpChg chg="del">
          <ac:chgData name="Alicen Inker" userId="58f0e41d0e4d3faa" providerId="LiveId" clId="{5F803408-B34B-4764-AC7C-1541A9DD12CF}" dt="2026-01-27T14:59:44.918" v="232" actId="21"/>
          <ac:grpSpMkLst>
            <pc:docMk/>
            <pc:sldMk cId="4152674032" sldId="272"/>
            <ac:grpSpMk id="20" creationId="{00000000-0000-0000-0000-000000000000}"/>
          </ac:grpSpMkLst>
        </pc:grpChg>
      </pc:sldChg>
      <pc:sldChg chg="add del">
        <pc:chgData name="Alicen Inker" userId="58f0e41d0e4d3faa" providerId="LiveId" clId="{5F803408-B34B-4764-AC7C-1541A9DD12CF}" dt="2026-01-27T15:00:57.711" v="266" actId="47"/>
        <pc:sldMkLst>
          <pc:docMk/>
          <pc:sldMk cId="2339113991" sldId="1260"/>
        </pc:sldMkLst>
      </pc:sldChg>
      <pc:sldChg chg="add del">
        <pc:chgData name="Alicen Inker" userId="58f0e41d0e4d3faa" providerId="LiveId" clId="{5F803408-B34B-4764-AC7C-1541A9DD12CF}" dt="2026-01-27T14:59:04.312" v="228" actId="47"/>
        <pc:sldMkLst>
          <pc:docMk/>
          <pc:sldMk cId="1554657932" sldId="1261"/>
        </pc:sldMkLst>
      </pc:sldChg>
      <pc:sldChg chg="addSp delSp modSp add mod modNotesTx">
        <pc:chgData name="Alicen Inker" userId="58f0e41d0e4d3faa" providerId="LiveId" clId="{5F803408-B34B-4764-AC7C-1541A9DD12CF}" dt="2026-01-27T15:00:51.919" v="265" actId="1076"/>
        <pc:sldMkLst>
          <pc:docMk/>
          <pc:sldMk cId="2880972217" sldId="1261"/>
        </pc:sldMkLst>
        <pc:spChg chg="del">
          <ac:chgData name="Alicen Inker" userId="58f0e41d0e4d3faa" providerId="LiveId" clId="{5F803408-B34B-4764-AC7C-1541A9DD12CF}" dt="2026-01-27T14:59:38.460" v="231" actId="478"/>
          <ac:spMkLst>
            <pc:docMk/>
            <pc:sldMk cId="2880972217" sldId="1261"/>
            <ac:spMk id="5" creationId="{8A322302-C84E-D8CA-1579-72D15AB9D07B}"/>
          </ac:spMkLst>
        </pc:spChg>
        <pc:spChg chg="mod">
          <ac:chgData name="Alicen Inker" userId="58f0e41d0e4d3faa" providerId="LiveId" clId="{5F803408-B34B-4764-AC7C-1541A9DD12CF}" dt="2026-01-27T15:00:51.919" v="265" actId="1076"/>
          <ac:spMkLst>
            <pc:docMk/>
            <pc:sldMk cId="2880972217" sldId="1261"/>
            <ac:spMk id="6" creationId="{8CA005C1-94A1-C8D1-50C8-EC0766C4A8D0}"/>
          </ac:spMkLst>
        </pc:spChg>
        <pc:spChg chg="mod">
          <ac:chgData name="Alicen Inker" userId="58f0e41d0e4d3faa" providerId="LiveId" clId="{5F803408-B34B-4764-AC7C-1541A9DD12CF}" dt="2026-01-27T15:00:34.902" v="245" actId="1076"/>
          <ac:spMkLst>
            <pc:docMk/>
            <pc:sldMk cId="2880972217" sldId="1261"/>
            <ac:spMk id="7" creationId="{2060898F-DDAB-12B5-CFBE-CDBAF283DCC0}"/>
          </ac:spMkLst>
        </pc:spChg>
        <pc:spChg chg="mod">
          <ac:chgData name="Alicen Inker" userId="58f0e41d0e4d3faa" providerId="LiveId" clId="{5F803408-B34B-4764-AC7C-1541A9DD12CF}" dt="2026-01-27T15:00:34.902" v="245" actId="1076"/>
          <ac:spMkLst>
            <pc:docMk/>
            <pc:sldMk cId="2880972217" sldId="1261"/>
            <ac:spMk id="8" creationId="{1BDE7B30-F206-C84D-A25C-CCAF5E53EB18}"/>
          </ac:spMkLst>
        </pc:spChg>
        <pc:spChg chg="mod">
          <ac:chgData name="Alicen Inker" userId="58f0e41d0e4d3faa" providerId="LiveId" clId="{5F803408-B34B-4764-AC7C-1541A9DD12CF}" dt="2026-01-27T14:59:59.846" v="238" actId="14100"/>
          <ac:spMkLst>
            <pc:docMk/>
            <pc:sldMk cId="2880972217" sldId="1261"/>
            <ac:spMk id="17" creationId="{00000000-0000-0000-0000-000000000000}"/>
          </ac:spMkLst>
        </pc:spChg>
        <pc:spChg chg="mod">
          <ac:chgData name="Alicen Inker" userId="58f0e41d0e4d3faa" providerId="LiveId" clId="{5F803408-B34B-4764-AC7C-1541A9DD12CF}" dt="2026-01-27T14:59:59.846" v="238" actId="14100"/>
          <ac:spMkLst>
            <pc:docMk/>
            <pc:sldMk cId="2880972217" sldId="1261"/>
            <ac:spMk id="18" creationId="{00000000-0000-0000-0000-000000000000}"/>
          </ac:spMkLst>
        </pc:spChg>
        <pc:spChg chg="mod">
          <ac:chgData name="Alicen Inker" userId="58f0e41d0e4d3faa" providerId="LiveId" clId="{5F803408-B34B-4764-AC7C-1541A9DD12CF}" dt="2026-01-27T15:00:22.952" v="243" actId="1076"/>
          <ac:spMkLst>
            <pc:docMk/>
            <pc:sldMk cId="2880972217" sldId="1261"/>
            <ac:spMk id="19" creationId="{00000000-0000-0000-0000-000000000000}"/>
          </ac:spMkLst>
        </pc:spChg>
        <pc:spChg chg="del mod">
          <ac:chgData name="Alicen Inker" userId="58f0e41d0e4d3faa" providerId="LiveId" clId="{5F803408-B34B-4764-AC7C-1541A9DD12CF}" dt="2026-01-27T14:59:54.153" v="236" actId="478"/>
          <ac:spMkLst>
            <pc:docMk/>
            <pc:sldMk cId="2880972217" sldId="1261"/>
            <ac:spMk id="22" creationId="{00000000-0000-0000-0000-000000000000}"/>
          </ac:spMkLst>
        </pc:spChg>
        <pc:spChg chg="mod">
          <ac:chgData name="Alicen Inker" userId="58f0e41d0e4d3faa" providerId="LiveId" clId="{5F803408-B34B-4764-AC7C-1541A9DD12CF}" dt="2026-01-27T14:59:52.012" v="235" actId="20577"/>
          <ac:spMkLst>
            <pc:docMk/>
            <pc:sldMk cId="2880972217" sldId="1261"/>
            <ac:spMk id="23" creationId="{00000000-0000-0000-0000-000000000000}"/>
          </ac:spMkLst>
        </pc:spChg>
        <pc:spChg chg="mod">
          <ac:chgData name="Alicen Inker" userId="58f0e41d0e4d3faa" providerId="LiveId" clId="{5F803408-B34B-4764-AC7C-1541A9DD12CF}" dt="2026-01-27T14:59:46.682" v="233"/>
          <ac:spMkLst>
            <pc:docMk/>
            <pc:sldMk cId="2880972217" sldId="1261"/>
            <ac:spMk id="24" creationId="{00000000-0000-0000-0000-000000000000}"/>
          </ac:spMkLst>
        </pc:spChg>
        <pc:grpChg chg="add mod">
          <ac:chgData name="Alicen Inker" userId="58f0e41d0e4d3faa" providerId="LiveId" clId="{5F803408-B34B-4764-AC7C-1541A9DD12CF}" dt="2026-01-27T15:00:34.902" v="245" actId="1076"/>
          <ac:grpSpMkLst>
            <pc:docMk/>
            <pc:sldMk cId="2880972217" sldId="1261"/>
            <ac:grpSpMk id="2" creationId="{BBDABF7B-595F-BE4D-FE54-71B765857383}"/>
          </ac:grpSpMkLst>
        </pc:grpChg>
        <pc:grpChg chg="add mod">
          <ac:chgData name="Alicen Inker" userId="58f0e41d0e4d3faa" providerId="LiveId" clId="{5F803408-B34B-4764-AC7C-1541A9DD12CF}" dt="2026-01-27T14:59:59.846" v="238" actId="14100"/>
          <ac:grpSpMkLst>
            <pc:docMk/>
            <pc:sldMk cId="2880972217" sldId="1261"/>
            <ac:grpSpMk id="15" creationId="{00000000-0000-0000-0000-000000000000}"/>
          </ac:grpSpMkLst>
        </pc:grpChg>
        <pc:grpChg chg="add del mod">
          <ac:chgData name="Alicen Inker" userId="58f0e41d0e4d3faa" providerId="LiveId" clId="{5F803408-B34B-4764-AC7C-1541A9DD12CF}" dt="2026-01-27T14:59:55.537" v="237" actId="478"/>
          <ac:grpSpMkLst>
            <pc:docMk/>
            <pc:sldMk cId="2880972217" sldId="1261"/>
            <ac:grpSpMk id="20" creationId="{00000000-0000-0000-0000-000000000000}"/>
          </ac:grpSpMkLst>
        </pc:grpChg>
        <pc:graphicFrameChg chg="del">
          <ac:chgData name="Alicen Inker" userId="58f0e41d0e4d3faa" providerId="LiveId" clId="{5F803408-B34B-4764-AC7C-1541A9DD12CF}" dt="2026-01-27T14:59:37.275" v="230" actId="478"/>
          <ac:graphicFrameMkLst>
            <pc:docMk/>
            <pc:sldMk cId="2880972217" sldId="1261"/>
            <ac:graphicFrameMk id="3" creationId="{8B41F158-167E-B00D-F28E-5703418D723F}"/>
          </ac:graphicFrameMkLst>
        </pc:graphicFrameChg>
        <pc:picChg chg="mod">
          <ac:chgData name="Alicen Inker" userId="58f0e41d0e4d3faa" providerId="LiveId" clId="{5F803408-B34B-4764-AC7C-1541A9DD12CF}" dt="2026-01-27T15:00:34.902" v="245" actId="1076"/>
          <ac:picMkLst>
            <pc:docMk/>
            <pc:sldMk cId="2880972217" sldId="1261"/>
            <ac:picMk id="4" creationId="{5BFD5ADC-B043-D3BC-D515-FA0FE7BFE403}"/>
          </ac:picMkLst>
        </pc:picChg>
        <pc:picChg chg="mod">
          <ac:chgData name="Alicen Inker" userId="58f0e41d0e4d3faa" providerId="LiveId" clId="{5F803408-B34B-4764-AC7C-1541A9DD12CF}" dt="2026-01-27T14:59:59.846" v="238" actId="14100"/>
          <ac:picMkLst>
            <pc:docMk/>
            <pc:sldMk cId="2880972217" sldId="1261"/>
            <ac:picMk id="16" creationId="{00000000-0000-0000-0000-000000000000}"/>
          </ac:picMkLst>
        </pc:picChg>
        <pc:picChg chg="mod">
          <ac:chgData name="Alicen Inker" userId="58f0e41d0e4d3faa" providerId="LiveId" clId="{5F803408-B34B-4764-AC7C-1541A9DD12CF}" dt="2026-01-27T14:59:46.682" v="233"/>
          <ac:picMkLst>
            <pc:docMk/>
            <pc:sldMk cId="2880972217" sldId="1261"/>
            <ac:picMk id="21" creationId="{00000000-0000-0000-0000-000000000000}"/>
          </ac:picMkLst>
        </pc:picChg>
      </pc:sldChg>
      <pc:sldMasterChg chg="del setBg delSldLayout modSldLayout">
        <pc:chgData name="Alicen Inker" userId="58f0e41d0e4d3faa" providerId="LiveId" clId="{5F803408-B34B-4764-AC7C-1541A9DD12CF}" dt="2026-01-27T14:51:01.899" v="5" actId="2696"/>
        <pc:sldMasterMkLst>
          <pc:docMk/>
          <pc:sldMasterMk cId="0" sldId="2147483648"/>
        </pc:sldMasterMkLst>
        <pc:sldLayoutChg chg="del setBg">
          <pc:chgData name="Alicen Inker" userId="58f0e41d0e4d3faa" providerId="LiveId" clId="{5F803408-B34B-4764-AC7C-1541A9DD12CF}" dt="2026-01-27T14:51:01.899" v="5" actId="2696"/>
          <pc:sldLayoutMkLst>
            <pc:docMk/>
            <pc:sldMasterMk cId="0" sldId="2147483648"/>
            <pc:sldLayoutMk cId="0" sldId="2147483649"/>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0"/>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1"/>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2"/>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3"/>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4"/>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5"/>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6"/>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7"/>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8"/>
          </pc:sldLayoutMkLst>
        </pc:sldLayoutChg>
        <pc:sldLayoutChg chg="del setBg">
          <pc:chgData name="Alicen Inker" userId="58f0e41d0e4d3faa" providerId="LiveId" clId="{5F803408-B34B-4764-AC7C-1541A9DD12CF}" dt="2026-01-27T14:51:01.899" v="5" actId="2696"/>
          <pc:sldLayoutMkLst>
            <pc:docMk/>
            <pc:sldMasterMk cId="0" sldId="2147483648"/>
            <pc:sldLayoutMk cId="0" sldId="2147483659"/>
          </pc:sldLayoutMkLst>
        </pc:sldLayoutChg>
      </pc:sldMasterChg>
    </pc:docChg>
  </pc:docChgLst>
  <pc:docChgLst>
    <pc:chgData name="Bruno Van Antwerpen" userId="S::dia240280@diaestudents.com::00744ff9-af91-4e70-b479-53b4d22f2bf2" providerId="AD" clId="Web-{ABC59B13-7471-116A-34CE-160EA52C3502}"/>
    <pc:docChg chg="modSld">
      <pc:chgData name="Bruno Van Antwerpen" userId="S::dia240280@diaestudents.com::00744ff9-af91-4e70-b479-53b4d22f2bf2" providerId="AD" clId="Web-{ABC59B13-7471-116A-34CE-160EA52C3502}" dt="2026-01-30T06:40:58.530" v="9"/>
      <pc:docMkLst>
        <pc:docMk/>
      </pc:docMkLst>
      <pc:sldChg chg="addSp delSp">
        <pc:chgData name="Bruno Van Antwerpen" userId="S::dia240280@diaestudents.com::00744ff9-af91-4e70-b479-53b4d22f2bf2" providerId="AD" clId="Web-{ABC59B13-7471-116A-34CE-160EA52C3502}" dt="2026-01-30T06:40:58.530" v="9"/>
        <pc:sldMkLst>
          <pc:docMk/>
          <pc:sldMk cId="3715786620" sldId="265"/>
        </pc:sldMkLst>
        <pc:inkChg chg="add del">
          <ac:chgData name="Bruno Van Antwerpen" userId="S::dia240280@diaestudents.com::00744ff9-af91-4e70-b479-53b4d22f2bf2" providerId="AD" clId="Web-{ABC59B13-7471-116A-34CE-160EA52C3502}" dt="2026-01-30T06:40:55.124" v="5"/>
          <ac:inkMkLst>
            <pc:docMk/>
            <pc:sldMk cId="3715786620" sldId="265"/>
            <ac:inkMk id="3" creationId="{5ED8E607-B798-5E1E-A4FA-859DA7E3F892}"/>
          </ac:inkMkLst>
        </pc:inkChg>
        <pc:inkChg chg="add del">
          <ac:chgData name="Bruno Van Antwerpen" userId="S::dia240280@diaestudents.com::00744ff9-af91-4e70-b479-53b4d22f2bf2" providerId="AD" clId="Web-{ABC59B13-7471-116A-34CE-160EA52C3502}" dt="2026-01-30T06:40:58.530" v="9"/>
          <ac:inkMkLst>
            <pc:docMk/>
            <pc:sldMk cId="3715786620" sldId="265"/>
            <ac:inkMk id="4" creationId="{FF210663-02EC-3149-00A0-270FC3A7609F}"/>
          </ac:inkMkLst>
        </pc:inkChg>
        <pc:inkChg chg="add del">
          <ac:chgData name="Bruno Van Antwerpen" userId="S::dia240280@diaestudents.com::00744ff9-af91-4e70-b479-53b4d22f2bf2" providerId="AD" clId="Web-{ABC59B13-7471-116A-34CE-160EA52C3502}" dt="2026-01-30T06:40:57.452" v="8"/>
          <ac:inkMkLst>
            <pc:docMk/>
            <pc:sldMk cId="3715786620" sldId="265"/>
            <ac:inkMk id="7" creationId="{A7A5048C-26A1-537A-E82E-1D305CD9354A}"/>
          </ac:inkMkLst>
        </pc:inkChg>
        <pc:inkChg chg="add del">
          <ac:chgData name="Bruno Van Antwerpen" userId="S::dia240280@diaestudents.com::00744ff9-af91-4e70-b479-53b4d22f2bf2" providerId="AD" clId="Web-{ABC59B13-7471-116A-34CE-160EA52C3502}" dt="2026-01-30T06:40:57.452" v="7"/>
          <ac:inkMkLst>
            <pc:docMk/>
            <pc:sldMk cId="3715786620" sldId="265"/>
            <ac:inkMk id="8" creationId="{4A6ADB10-CF0D-52A1-5662-8F83F76B0EE6}"/>
          </ac:inkMkLst>
        </pc:inkChg>
        <pc:inkChg chg="add del">
          <ac:chgData name="Bruno Van Antwerpen" userId="S::dia240280@diaestudents.com::00744ff9-af91-4e70-b479-53b4d22f2bf2" providerId="AD" clId="Web-{ABC59B13-7471-116A-34CE-160EA52C3502}" dt="2026-01-30T06:40:57.452" v="6"/>
          <ac:inkMkLst>
            <pc:docMk/>
            <pc:sldMk cId="3715786620" sldId="265"/>
            <ac:inkMk id="9" creationId="{83161500-1C87-BB90-982F-9328258D32E4}"/>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6:42:11.87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7938 57,'-37'8,"4"5,24-11,-10 4,0-6,-10 0,1 0,0 0,0 0,0 0,0 0,-34 0,14 0,-38 0,31 0,-30 0,17 0,-9 0,-8 0,36 0,-3 0,-5 0,-3 0,-3 0,1 0,5 0,2 0,-35 0,-8 0,40 0,-24 0,27 0,0 0,-16 0,38 0,-28 0,30 0,-18 0,7 0,-12 0,12 0,-9 0,20 0,-2 0,6 0,5 0,-6 0,0 0,-1 0,1 0,-11 0,9 0,-9 0,11 0,-1 0,1 0,-21 0,4 0,-29 0,19 0,-19 0,-2 0,7 0,4 0,1 0,-2 0,4 0,5 0,19 0,-5 0,1 0,24 0,-30 0,8 0,-5 0,-28 0,-4 0,-13 0,40 0,-1 0,0 0,2 0,-31 0,-15 0,26 0,-7 0,2 0,19 0,-19 0,19 0,-42 0,14 0,33 0,-2 0,-46 0,8 0,40 0,-1 0,-5 0,0 0,5 0,-1 0,-4 0,0 0,6 0,-1 0,2 0,-2 0,-10 0,-1 0,4 0,-1 0,-9 0,0 0,5 0,1 0,4 0,1 0,-5 0,2 0,-33 0,38 1,1-2,-36-6,0-2,2-7,12 8,-1-6,11 12,-9-10,30 6,-6-1,1 3,16 4,-26 0,29 0,-29 0,26 0,-26 0,29 0,-30 0,17 0,-8 0,19 0,15 0,4 0,3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6:42:16.2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7521 364,'-71'-4,"20"1,1 3,22-5,0 4,-22-16,6 13,-19-9,0 13,-14-8,-13-9,11 6,-16-4,26 8,-7 6,-9-21,16 11,-29-5,49 4,-3 1,-20 6,-4-2,4-10,0 0,-9 11,0 0,6-6,3-1,12 4,2 1,7 2,1 0,-34-9,7 8,19 5,-13-17,40 16,-29-16,26 18,-26-6,29 7,-29 0,15 0,-29 0,19 0,-19 0,-2 0,18 4,-24 10,49-2,-34 18,40-23,-17 8,22-11,-6-3,0 4,-11 0,-3 3,1-1,-9-1,19-2,-19-3,9 15,-1-14,-8 10,20-8,-42-3,15 17,-20-15,3 11,19-8,-19 9,19-6,-31 4,28-13,-7 5,26-4,-11 3,17-4,-17 0,11 0,-13 0,-25 0,9 0,-28 0,17 0,29 0,-1 0,2 0,-2 0,-11 0,1 0,8 0,0 0,-9 0,1 0,10 0,2 0,-31 0,-15 0,16 0,-11 0,-8 0,29 0,4 0,1 0,8-4,-38 3,66-4,0 1,9 3,-7-3,13 4,-14-8,5 5,-17-5,8 4,-8 3,-21-3,24 4,-46 0,27-14,6 11,-10-17,40 19,-13-5,11 6,8 0,-7 0,6-7,1 6,-11-6,11 7,-8 0,6-3,0 2,-6-2,5 3,-11 0,5 0,-6 0,9 0,-1 0,5 0,-4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6:42:21.05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5079 978,'-66'6,"20"-4,-2 15,1-7,-8 3,-19 7,19-10,-8 16,0-17,-3 3,11-12,-27 0,35 0,-38 0,41 0,-38 0,46 0,-20-6,-4-3,-14-10,13 2,-2 0,12 4,1 0,-11-4,-1 1,10 6,-2 0,-13-11,1 0,14 14,0 1,-9-15,0 2,8 12,2 2,1-4,-1 0,-47 2,8-8,40 14,-1-2,-39-18,-8 19,8-20,40 20,0 0,0-8,-1-2,-4 3,-2 0,-5-1,-1 0,4 1,1 0,-4-3,1 1,4 5,3 0,-39-11,15 4,2 2,-4 7,24-6,4 0,13 9,-11-17,17 15,-28-11,31 14,-9-4,-11 3,6-3,-19-8,-1 3,-1-5,-1 7,-19 7,17 0,-30 0,29 0,6 0,24 0,17 0,4 0,101 0,2 0,-12 0,5 0,-5 0,-1 0,-4 0,2 0,13 0,9 0,2 0,9 0,-2 0,-18 0,-3 0,5 0,-3 0,4 0,0 0,-4 0,4 0,-5 0,0 0,2 0,-1 0,1 0,0 0,-1 0,1 0,0 0,0 0,-1 0,-3 0,1 0,-2 0,-3 0,-1 0,0 0,-3 0,-1 0,-1 0,32 0,-3 0,-15 0,0 0,8 0,-3 0,-27 0,-2 0,9 0,-3 0,25 0,-13 0,-3 0,-30 0,5 0,-10 0,-8 0,29 0,-16 0,30 0,-19 0,30 0,-6 0,11 0,7 0,-7 0,-39 0,-1 0,29 0,6 0,-47 0,4 0,-21 0,-5 0,10 0,-13 0,19-6,-11 4,13-4,-15 6,18 0,-5 0,20 0,11 0,14 0,-29 0,4 0,15 0,2 0,1 0,2 0,23 0,3 0,-3 0,1 0,-23 0,3 0,-2 0,-3 0,0 0,0 0,-1 0,0 0,-1 0,27 0,-4 0,-8 0,-4 0,-9 0,-6 0,5 0,-18 0,-41 0,75 0,-32 0,6 0,5 0,6 0,3 0,3 0,3 0,0 0,3 0,1 0,-1 0,-6 0,-2 0,-1 0,1 0,0 0,-7 0,1 0,-4 0,4 0,-7 0,-17 0,-3 0,-34 0,6 0,4 0,-2 0,-61 0,-40 0,5 0,-7 0,-6 0,-2 0,0 0,2 0,11-1,0 2,-8 3,1 0,11-2,0-1,-9 3,0 0,6-3,1-2,10 1,1 0,6 0,1 0,5 0,2 0,5 0,0 0,-1 0,1 0,1 0,-3 0,-35 0,-4 0,15 0,-1 0,9 1,-3-1,2-1,-19-2,4-2,13 1,1-2,-10-8,2 0,18 9,2-2,-3-13,0 1,10 16,1 0,-6-11,1-2,3 8,0-1,-14-9,-1-1,8 9,0-1,-13-5,-3-1,-4 2,-2 1,-3-1,1-2,7-2,0 0,-3 0,3 2,22 7,1 1,-14-9,1 1,-16 6,-14-5,52 16,-9-6,1-2,16 1,-20 0,-3 0,-3 4,13 2,-3 2,-9-1,-1 0,4-1,-1 2,-8 3,-2 0,1-4,0 2,-2 10,1 0,-1-9,1-2,6 8,1-1,-6-7,2-2,-29 1,38 0,4 0,-2 0,6 0,21 0,5 0,6 0,-3 0,7 0,-4 0,-3 0,-6 0,-4 0,-4 0,15 0,-7 0,7 0,-9 0,0 0,5 0,-3 0,4 0,-7 0,-9 0,7 0,-8 0,-11 0,17 0,-28 0,9 0,-3 0,-19 0,19 0,-19 0,19 0,-8 0,-4 0,-23 0,17-1,0 2,-17 6,14 6,2 3,30 6,-17-7,20 6,5-9,-23 14,31-15,-43 24,44-26,-43 32,48-30,-17 11,28-12,4-6,3 16,1-3,8 24,0-19,2 10,-1-21,-2 0,4 6,2-1,-5 3,5-2,-4 11,2-9,15 41,-13-38,24 33,-23-38,14 9,-14-12,0-2,1 8,-5-11,2 8,15 17,-16-20,21 30,-24-34,11 9,6 4,-8-6,8 9,-15-15,4 3,0-6,7 6,-2-6,1 6,-5-6,2 6,-3-6,10 3,-8-3,12 1,-6-5,9 0,11 8,-8-9,40 9,-14-12,41 0,-29 0,26 0,-16 0,-30 0,3 0,-2 0,0 0,40 0,8 0,-40 0,13 0,-41 0,9 0,11 0,-17 0,27 0,-29 0,29 0,-26 0,15 0,-10 0,-8 0,8 0,10 0,-5 0,30 6,-19 8,30-5,-17 10,10-18,-14 12,-31-8,-5 1,-24-3,-1-3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6:42:28.28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5724 559,'-9'-44,"4"8,2 29,0-1,-15-12,8 9,-11-6,5 13,6 1,-10-1,2-4,-4-1,0 1,-15-3,1 0,-16-2,16 2,4 5,12-6,-3 6,1-4,5 6,-14-8,15 6,-15-6,-1 8,-14 4,-31-15,28 10,-3-1,-10-11,-1 0,5 10,-1 2,-9-8,2 1,-26 10,4-6,36 8,-9 0,28 0,-28 0,9 0,-3 0,3 0,-9 0,17 0,-9 0,15 0,9 0,1 0,0 0,0 0,0 0,0 0,0 0,2 0,5 0,6 0,1 0,-1 0,-10-4,8 0,-3-1,0 1,6 4,-6 0,0-4,7 3,-14-3,5 4,-17 0,-13-14,-4 11,-28-11,15 14,-7 0,23 0,14 0,-10-6,15-5,-20-15,24 9,3-5,10 14,6 4,-23 1,-22 3,-8 0,-10 0,42 0,1 0,23 0,-6 0,-1 9,-6-6,-16 7,-15-4,-3-4,-19 5,30-7,-17 0,36 0,-23 0,2 0,1 0,-37 15,14-4,9 6,-5-1,6-9,-1-2,-3 6,-1 2,2-1,-1 2,0 0,-1 2,-1 1,0 2,1-1,1-3,11-8,1-2,-48 10,29-10,6-3,30 4,16-6,3 0,-4 6,1-4,-1 8,4-10,-1 4,-1-4,-2 0,-13 11,12-8,-13 12,1-14,12 9,-19-9,25 9,-6-9,7 5,-3-2,-3 0,2 0,-2-4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6:42:29.8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4273 159,'-52'0,"0"0,33 0,-3 0,-16 12,1-5,-27 5,18-8,-14 8,8-9,7 8,-15-5,7-4,-12 17,-12-16,0 11,-10-14,8 0,-19 0,8 0,35 0,-2 0,0 0,0 0,-1 0,1 0,1 0,1 0,-35 0,2 0,12 0,-1 0,22 0,-27 0,35 0,-3 1,-6-2,-1-7,-1-1,-5 3,-5 0,3-2,-5-1,2-2,-12-7,-1 0,13 10,-4 2,4-3,-10-9,4 0,0 8,0 2,5 3,2 0,8-7,1 1,7 9,1 0,-35-20,30 21,-19-6,30 7,-6 0,28 0,-4-4,13-1,-13 0,7 2,-9-1,0 3,-1-3,1 4,13 0,2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06:42:33.90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10239 264,'-65'0,"-20"0,29 0,-1 0,2 0,0 0,-2 0,1 0,-39 0,16 0,29 0,-1 0,-39 0,13 0,-7 0,4 0,-10 0,-8 0,30 0,-27 0,37 0,-16 0,22 0,10-5,3 4,-11-3,6-8,-30 10,19-16,-30 17,6-20,30 15,-3 0,2-1,0-2,0-3,-1 1,-16 5,-1 2,14-4,-1-1,-14-3,3 2,-13 6,-16-18,15 20,30-9,0 0,-40 7,13-11,-8 15,28 0,-28 0,19 0,0 0,-7 0,28 0,-4 0,10 6,8-5,-8 13,11-11,-11 5,8-8,-19 6,-4 3,10-1,-8 1,13-4,14-3,-44 11,44-8,-44 3,33-4,-17 1,1 9,11-6,-20 11,17-18,-9 14,-7-13,16 7,-9-9,14 4,-10-3,15 3,-37 10,43-11,-31 11,11-9,-7-3,1 4,15-6,11 0,-1 0,1 0,-21 0,15 0,-26 0,29 0,-30 0,17 0,-30 0,30 0,-17 0,9 0,-3 0,-30-8,17-1,-9 0,-18-13,51 18,-6-7,-2-2,-13-2,-3 0,5 0,24-1,-2 7,-12-4,1 7,-11 6,-14 0,9 0,-27 0,26 0,-29 0,8 0,40 0,-1 0,1 0,-1 0,1 0,0 0,-40 0,2 0,12 0,10 0,-19 0,17 0,-19-13,36 8,2 0,-34-11,33 13,0-1,-26-9,-1 9,0-16,22 18,6-5,26 7,3 0,5 0,72 0,-24 0,21 0,8 0,-12 0,1 0,6 4,3 0,21 1,7 1,-15 3,3 1,-4-2,13 0,0-2,-10-1,4 2,-10-2,26 2,-38-8,-3 3,12 17,18-17,-5 18,-20-18,5-3,8 4,5 2,15 3,4 2,-19-3,2 0,-1 2,-5 3,-1 2,1 0,8 0,1-1,-2 1,-9 2,-1 1,1-1,7 1,1 1,-2 0,-4 2,-2 1,1-2,-2-3,0-3,-1 1,-2 2,-1 1,-3-4,16-5,-3-3,4 8,-2 0,-9-3,-1-2,-4-2,-1 1,1 5,-2 0,-5-12,-3 1,36 20,-14-17,-23 9,3-13,-24 0,13 0,-17 0,0 0,0 0,0 0,22-6,5-10,21-1,-27-2,1-1,1 5,1 1,-1-3,2 0,7-1,0 2,32-2,-36 9,0 0,-6-3,0 2,6 8,0 0,1-10,0 1,6 9,-1 2,-3-4,-3 0,34 4,-6 0,-29 0,31 0,-28 0,29 0,-32 0,18 0,-18 6,8-5,-21 9,-3-9,-17 3,4-4,-4 9,-85 1,0 0,-17 3,-11-1,12-10,-5 0,-4 11,-7 5,2-5,11-9,2-4,-1 2,-13 7,-1 1,2-2,13-7,3-2,5 1,-8 0,2 0,-13 0,2 0,24 0,2 0,0 0,1 0,5 0,2 0,5 0,-1 0,-10 0,0 0,8 0,0 0,-13 0,-2 0,6 0,-1 0,-10 0,-4 0,-9 0,-2 0,0 0,-1 0,20 0,-2 0,-7 0,-13 0,-9 0,-3 0,6 0,17 0,4 0,-1 0,-4 0,-4 0,-6 0,-1 0,2 0,8 0,-15 0,8 0,2 0,6 0,3 0,0 0,7 0,0 0,3 0,-21 0,4 0,14 0,3 0,5 0,4 0,-21 0,6 0,42 0,-5 0,18 0,-9 0,-21 0,-17 0,-3 0,17 0,-2 0,-39 0,33 0,-5 0,-13 0,-2 0,8 0,-1 0,-13 0,1 0,21 1,0-2,-20-9,0-1,22 5,1-1,-19-12,1 0,26 9,2 1,-3-8,-1 1,5 10,-1 2,-6-7,0-1,0 3,-1 1,1 2,3 0,-25-9,15 11,31 3,13-3,8 4,-5 0,1 0,-9 0,9 0,-4 0,36 27,40 13,-7 6,8 5,-7-13,5-1,8 1,15 5,11 1,3 0,-3-2,-14-7,-3 0,2-2,3-1,-2-3,5-1,1-1,-2-1,-5-3,20 7,-6-2,-3-4,-11-5,-4-3,-1 0,21 8,-3 0,-6-1,-4-1,-23-4,-5 0,28 9,-37-14,-14-9,-13-2,4 2,0-4,-5 0,10-4,-4 4,7-4,-9 4,10 0,-20 0,7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FC6084-7E76-4606-8F96-23DACD3FEC11}" type="datetimeFigureOut">
              <a:rPr lang="en-GB" smtClean="0"/>
              <a:t>30/01/2026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CC4F031-758D-429C-A088-6254C5C629AB}" type="slidenum">
              <a:rPr lang="en-GB" smtClean="0"/>
              <a:t>‹#›</a:t>
            </a:fld>
            <a:endParaRPr lang="en-GB"/>
          </a:p>
        </p:txBody>
      </p:sp>
    </p:spTree>
    <p:extLst>
      <p:ext uri="{BB962C8B-B14F-4D97-AF65-F5344CB8AC3E}">
        <p14:creationId xmlns:p14="http://schemas.microsoft.com/office/powerpoint/2010/main" val="4072987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ACC4F031-758D-429C-A088-6254C5C629AB}" type="slidenum">
              <a:rPr lang="en-GB" smtClean="0"/>
              <a:t>2</a:t>
            </a:fld>
            <a:endParaRPr lang="en-GB"/>
          </a:p>
        </p:txBody>
      </p:sp>
    </p:spTree>
    <p:extLst>
      <p:ext uri="{BB962C8B-B14F-4D97-AF65-F5344CB8AC3E}">
        <p14:creationId xmlns:p14="http://schemas.microsoft.com/office/powerpoint/2010/main" val="29884040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Print for your classes</a:t>
            </a:r>
            <a:endParaRPr lang="en-GB"/>
          </a:p>
        </p:txBody>
      </p:sp>
      <p:sp>
        <p:nvSpPr>
          <p:cNvPr id="4" name="Slide Number Placeholder 3"/>
          <p:cNvSpPr>
            <a:spLocks noGrp="1"/>
          </p:cNvSpPr>
          <p:nvPr>
            <p:ph type="sldNum" sz="quarter" idx="5"/>
          </p:nvPr>
        </p:nvSpPr>
        <p:spPr/>
        <p:txBody>
          <a:bodyPr/>
          <a:lstStyle/>
          <a:p>
            <a:fld id="{ACC4F031-758D-429C-A088-6254C5C629AB}" type="slidenum">
              <a:rPr lang="en-GB" smtClean="0"/>
              <a:t>4</a:t>
            </a:fld>
            <a:endParaRPr lang="en-GB"/>
          </a:p>
        </p:txBody>
      </p:sp>
    </p:spTree>
    <p:extLst>
      <p:ext uri="{BB962C8B-B14F-4D97-AF65-F5344CB8AC3E}">
        <p14:creationId xmlns:p14="http://schemas.microsoft.com/office/powerpoint/2010/main" val="1039824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statement in green</a:t>
            </a:r>
            <a:r>
              <a:rPr lang="en-GB" baseline="0"/>
              <a:t> is harder as students may believe it should go with the other positive statements; however a very capable students who understand something quickly may fail to push themselves further, simply resulting in them coasting. Growth </a:t>
            </a:r>
            <a:r>
              <a:rPr lang="en-GB" baseline="0" err="1"/>
              <a:t>mindset</a:t>
            </a:r>
            <a:r>
              <a:rPr lang="en-GB" baseline="0"/>
              <a:t> is about pushing students passed whatever they are capable of and always learning and progressing even if they are already successful at a skill. </a:t>
            </a:r>
            <a:endParaRPr lang="en-GB"/>
          </a:p>
        </p:txBody>
      </p:sp>
      <p:sp>
        <p:nvSpPr>
          <p:cNvPr id="4" name="Slide Number Placeholder 3"/>
          <p:cNvSpPr>
            <a:spLocks noGrp="1"/>
          </p:cNvSpPr>
          <p:nvPr>
            <p:ph type="sldNum" sz="quarter" idx="10"/>
          </p:nvPr>
        </p:nvSpPr>
        <p:spPr/>
        <p:txBody>
          <a:bodyPr/>
          <a:lstStyle/>
          <a:p>
            <a:fld id="{7C1E43E9-E5D1-4ADD-9037-38D1623A07CD}" type="slidenum">
              <a:rPr lang="en-GB" smtClean="0"/>
              <a:t>5</a:t>
            </a:fld>
            <a:endParaRPr lang="en-GB"/>
          </a:p>
        </p:txBody>
      </p:sp>
    </p:spTree>
    <p:extLst>
      <p:ext uri="{BB962C8B-B14F-4D97-AF65-F5344CB8AC3E}">
        <p14:creationId xmlns:p14="http://schemas.microsoft.com/office/powerpoint/2010/main" val="1979045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fld id="{ACC4F031-758D-429C-A088-6254C5C629AB}" type="slidenum">
              <a:rPr lang="en-GB" smtClean="0"/>
              <a:t>8</a:t>
            </a:fld>
            <a:endParaRPr lang="en-GB"/>
          </a:p>
        </p:txBody>
      </p:sp>
    </p:spTree>
    <p:extLst>
      <p:ext uri="{BB962C8B-B14F-4D97-AF65-F5344CB8AC3E}">
        <p14:creationId xmlns:p14="http://schemas.microsoft.com/office/powerpoint/2010/main" val="482054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A3F1B-75AB-F463-133B-AB5AF5AE60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07CF3-2FC6-65D7-1AE5-B83609E41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788224-3783-3415-C005-F8CFAC99D7F9}"/>
              </a:ext>
            </a:extLst>
          </p:cNvPr>
          <p:cNvSpPr>
            <a:spLocks noGrp="1"/>
          </p:cNvSpPr>
          <p:nvPr>
            <p:ph type="body" idx="1"/>
          </p:nvPr>
        </p:nvSpPr>
        <p:spPr/>
        <p:txBody>
          <a:bodyPr/>
          <a:lstStyle/>
          <a:p>
            <a:r>
              <a:rPr lang="en-US"/>
              <a:t>Print and give out</a:t>
            </a:r>
          </a:p>
        </p:txBody>
      </p:sp>
      <p:sp>
        <p:nvSpPr>
          <p:cNvPr id="4" name="Slide Number Placeholder 3">
            <a:extLst>
              <a:ext uri="{FF2B5EF4-FFF2-40B4-BE49-F238E27FC236}">
                <a16:creationId xmlns:a16="http://schemas.microsoft.com/office/drawing/2014/main" id="{C7A6AADE-D992-4095-D403-B310098378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0E917F-05C0-4208-AF0E-877DF67E234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23215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1 Slide">
    <p:spTree>
      <p:nvGrpSpPr>
        <p:cNvPr id="1" name=""/>
        <p:cNvGrpSpPr/>
        <p:nvPr/>
      </p:nvGrpSpPr>
      <p:grpSpPr>
        <a:xfrm>
          <a:off x="0" y="0"/>
          <a:ext cx="0" cy="0"/>
          <a:chOff x="0" y="0"/>
          <a:chExt cx="0" cy="0"/>
        </a:xfrm>
      </p:grpSpPr>
      <p:sp>
        <p:nvSpPr>
          <p:cNvPr id="7" name="Rectangle 6"/>
          <p:cNvSpPr/>
          <p:nvPr userDrawn="1"/>
        </p:nvSpPr>
        <p:spPr>
          <a:xfrm>
            <a:off x="0" y="0"/>
            <a:ext cx="9144000" cy="3733800"/>
          </a:xfrm>
          <a:prstGeom prst="rect">
            <a:avLst/>
          </a:prstGeom>
          <a:solidFill>
            <a:srgbClr val="017741"/>
          </a:solidFill>
          <a:ln>
            <a:solidFill>
              <a:srgbClr val="0177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57200" y="2130425"/>
            <a:ext cx="8229600" cy="1470025"/>
          </a:xfrm>
        </p:spPr>
        <p:txBody>
          <a:bodyPr>
            <a:normAutofit/>
          </a:bodyPr>
          <a:lstStyle>
            <a:lvl1pPr algn="l">
              <a:defRPr sz="3600">
                <a:solidFill>
                  <a:schemeClr val="bg1"/>
                </a:solidFill>
              </a:defRPr>
            </a:lvl1pPr>
          </a:lstStyle>
          <a:p>
            <a:r>
              <a:rPr lang="en-US"/>
              <a:t>Click to edit Master title style</a:t>
            </a:r>
          </a:p>
        </p:txBody>
      </p:sp>
      <p:sp>
        <p:nvSpPr>
          <p:cNvPr id="3" name="Subtitle 2"/>
          <p:cNvSpPr>
            <a:spLocks noGrp="1"/>
          </p:cNvSpPr>
          <p:nvPr>
            <p:ph type="subTitle" idx="1"/>
          </p:nvPr>
        </p:nvSpPr>
        <p:spPr>
          <a:xfrm>
            <a:off x="457200" y="3886200"/>
            <a:ext cx="8229600" cy="1679448"/>
          </a:xfrm>
        </p:spPr>
        <p:txBody>
          <a:bodyPr>
            <a:normAutofit/>
          </a:bodyPr>
          <a:lstStyle>
            <a:lvl1pPr marL="0" indent="0" algn="l">
              <a:buNone/>
              <a:defRPr sz="32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BC50B9-AEEA-40EB-AA0B-A3DF10BDAF86}"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FEE45-7D0A-4A01-9BE0-D4115DA28962}" type="slidenum">
              <a:rPr lang="en-US" smtClean="0"/>
              <a:t>‹#›</a:t>
            </a:fld>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795157" y="228600"/>
            <a:ext cx="2065259" cy="914400"/>
          </a:xfrm>
          <a:prstGeom prst="rect">
            <a:avLst/>
          </a:prstGeom>
        </p:spPr>
      </p:pic>
    </p:spTree>
    <p:extLst>
      <p:ext uri="{BB962C8B-B14F-4D97-AF65-F5344CB8AC3E}">
        <p14:creationId xmlns:p14="http://schemas.microsoft.com/office/powerpoint/2010/main" val="2963621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2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tx1"/>
                </a:solidFill>
              </a:defRPr>
            </a:lvl1pPr>
          </a:lstStyle>
          <a:p>
            <a:r>
              <a:rPr lang="en-US"/>
              <a:t>Click to edit Master title style</a:t>
            </a:r>
          </a:p>
        </p:txBody>
      </p:sp>
      <p:sp>
        <p:nvSpPr>
          <p:cNvPr id="3" name="Subtitle 2"/>
          <p:cNvSpPr>
            <a:spLocks noGrp="1"/>
          </p:cNvSpPr>
          <p:nvPr>
            <p:ph type="subTitle" idx="1"/>
          </p:nvPr>
        </p:nvSpPr>
        <p:spPr>
          <a:xfrm>
            <a:off x="1371600" y="3886200"/>
            <a:ext cx="6400800" cy="1679448"/>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BC50B9-AEEA-40EB-AA0B-A3DF10BDAF86}"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2458773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BC50B9-AEEA-40EB-AA0B-A3DF10BDAF86}"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369579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BC50B9-AEEA-40EB-AA0B-A3DF10BDAF86}"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4213787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BC50B9-AEEA-40EB-AA0B-A3DF10BDAF86}"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2425504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BC50B9-AEEA-40EB-AA0B-A3DF10BDAF86}" type="datetimeFigureOut">
              <a:rPr lang="en-US" smtClean="0"/>
              <a:t>1/30/26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4146405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BC50B9-AEEA-40EB-AA0B-A3DF10BDAF86}" type="datetimeFigureOut">
              <a:rPr lang="en-US" smtClean="0"/>
              <a:t>1/30/26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32225889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BC50B9-AEEA-40EB-AA0B-A3DF10BDAF86}" type="datetimeFigureOut">
              <a:rPr lang="en-US" smtClean="0"/>
              <a:t>1/30/26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4129243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BC50B9-AEEA-40EB-AA0B-A3DF10BDAF86}"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179086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BC50B9-AEEA-40EB-AA0B-A3DF10BDAF86}"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661408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BC50B9-AEEA-40EB-AA0B-A3DF10BDAF86}"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3941158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BC50B9-AEEA-40EB-AA0B-A3DF10BDAF86}"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EFEE45-7D0A-4A01-9BE0-D4115DA28962}" type="slidenum">
              <a:rPr lang="en-US" smtClean="0"/>
              <a:t>‹#›</a:t>
            </a:fld>
            <a:endParaRPr lang="en-US"/>
          </a:p>
        </p:txBody>
      </p:sp>
    </p:spTree>
    <p:extLst>
      <p:ext uri="{BB962C8B-B14F-4D97-AF65-F5344CB8AC3E}">
        <p14:creationId xmlns:p14="http://schemas.microsoft.com/office/powerpoint/2010/main" val="5682255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52" name="Picture 5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39672" y="4245848"/>
            <a:ext cx="1828800" cy="632893"/>
          </a:xfrm>
          <a:prstGeom prst="rect">
            <a:avLst/>
          </a:prstGeom>
        </p:spPr>
      </p:pic>
      <p:sp>
        <p:nvSpPr>
          <p:cNvPr id="53" name="Text Placeholder 11"/>
          <p:cNvSpPr>
            <a:spLocks noGrp="1"/>
          </p:cNvSpPr>
          <p:nvPr>
            <p:ph type="body" sz="quarter" idx="16"/>
          </p:nvPr>
        </p:nvSpPr>
        <p:spPr>
          <a:xfrm>
            <a:off x="1239122" y="4255168"/>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4" name="Text Placeholder 11"/>
          <p:cNvSpPr>
            <a:spLocks noGrp="1"/>
          </p:cNvSpPr>
          <p:nvPr>
            <p:ph type="body" sz="quarter" idx="17"/>
          </p:nvPr>
        </p:nvSpPr>
        <p:spPr>
          <a:xfrm>
            <a:off x="1239122" y="4566104"/>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5" name="Picture Placeholder 8"/>
          <p:cNvSpPr>
            <a:spLocks noGrp="1"/>
          </p:cNvSpPr>
          <p:nvPr>
            <p:ph type="pic" sz="quarter" idx="18"/>
          </p:nvPr>
        </p:nvSpPr>
        <p:spPr>
          <a:xfrm>
            <a:off x="1239122" y="2233864"/>
            <a:ext cx="1828800" cy="2011680"/>
          </a:xfrm>
        </p:spPr>
        <p:txBody>
          <a:bodyPr/>
          <a:lstStyle/>
          <a:p>
            <a:r>
              <a:rPr lang="en-US"/>
              <a:t>Click icon to add picture</a:t>
            </a:r>
          </a:p>
        </p:txBody>
      </p:sp>
      <p:pic>
        <p:nvPicPr>
          <p:cNvPr id="56" name="Picture 5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95048" y="4253024"/>
            <a:ext cx="1828800" cy="637700"/>
          </a:xfrm>
          <a:prstGeom prst="rect">
            <a:avLst/>
          </a:prstGeom>
        </p:spPr>
      </p:pic>
      <p:sp>
        <p:nvSpPr>
          <p:cNvPr id="57" name="Text Placeholder 11"/>
          <p:cNvSpPr>
            <a:spLocks noGrp="1"/>
          </p:cNvSpPr>
          <p:nvPr>
            <p:ph type="body" sz="quarter" idx="19"/>
          </p:nvPr>
        </p:nvSpPr>
        <p:spPr>
          <a:xfrm>
            <a:off x="3594498" y="4259366"/>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8" name="Text Placeholder 11"/>
          <p:cNvSpPr>
            <a:spLocks noGrp="1"/>
          </p:cNvSpPr>
          <p:nvPr>
            <p:ph type="body" sz="quarter" idx="20"/>
          </p:nvPr>
        </p:nvSpPr>
        <p:spPr>
          <a:xfrm>
            <a:off x="3594498" y="4570302"/>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9" name="Picture Placeholder 8"/>
          <p:cNvSpPr>
            <a:spLocks noGrp="1"/>
          </p:cNvSpPr>
          <p:nvPr>
            <p:ph type="pic" sz="quarter" idx="21"/>
          </p:nvPr>
        </p:nvSpPr>
        <p:spPr>
          <a:xfrm>
            <a:off x="3594498" y="2250300"/>
            <a:ext cx="1828800" cy="2011680"/>
          </a:xfrm>
        </p:spPr>
        <p:txBody>
          <a:bodyPr/>
          <a:lstStyle/>
          <a:p>
            <a:r>
              <a:rPr lang="en-US"/>
              <a:t>Click icon to add picture</a:t>
            </a:r>
          </a:p>
        </p:txBody>
      </p:sp>
      <p:pic>
        <p:nvPicPr>
          <p:cNvPr id="60" name="Picture 5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943600" y="4257735"/>
            <a:ext cx="1828800" cy="637700"/>
          </a:xfrm>
          <a:prstGeom prst="rect">
            <a:avLst/>
          </a:prstGeom>
        </p:spPr>
      </p:pic>
      <p:sp>
        <p:nvSpPr>
          <p:cNvPr id="61" name="Text Placeholder 11"/>
          <p:cNvSpPr>
            <a:spLocks noGrp="1"/>
          </p:cNvSpPr>
          <p:nvPr>
            <p:ph type="body" sz="quarter" idx="22"/>
          </p:nvPr>
        </p:nvSpPr>
        <p:spPr>
          <a:xfrm>
            <a:off x="5943050" y="4283430"/>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62" name="Text Placeholder 11"/>
          <p:cNvSpPr>
            <a:spLocks noGrp="1"/>
          </p:cNvSpPr>
          <p:nvPr>
            <p:ph type="body" sz="quarter" idx="23"/>
          </p:nvPr>
        </p:nvSpPr>
        <p:spPr>
          <a:xfrm>
            <a:off x="5943050" y="4594366"/>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63" name="Picture Placeholder 8"/>
          <p:cNvSpPr>
            <a:spLocks noGrp="1"/>
          </p:cNvSpPr>
          <p:nvPr>
            <p:ph type="pic" sz="quarter" idx="24"/>
          </p:nvPr>
        </p:nvSpPr>
        <p:spPr>
          <a:xfrm>
            <a:off x="5943050" y="2250300"/>
            <a:ext cx="1828800" cy="2011680"/>
          </a:xfrm>
        </p:spPr>
        <p:txBody>
          <a:bodyPr/>
          <a:lstStyle/>
          <a:p>
            <a:r>
              <a:rPr lang="en-US"/>
              <a:t>Click icon to add picture</a:t>
            </a:r>
          </a:p>
        </p:txBody>
      </p:sp>
    </p:spTree>
    <p:extLst>
      <p:ext uri="{BB962C8B-B14F-4D97-AF65-F5344CB8AC3E}">
        <p14:creationId xmlns:p14="http://schemas.microsoft.com/office/powerpoint/2010/main" val="41038238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6776" y="4267199"/>
            <a:ext cx="1849567" cy="640080"/>
          </a:xfrm>
          <a:prstGeom prst="rect">
            <a:avLst/>
          </a:prstGeom>
        </p:spPr>
      </p:pic>
      <p:sp>
        <p:nvSpPr>
          <p:cNvPr id="12" name="Text Placeholder 11"/>
          <p:cNvSpPr>
            <a:spLocks noGrp="1"/>
          </p:cNvSpPr>
          <p:nvPr>
            <p:ph type="body" sz="quarter" idx="14"/>
          </p:nvPr>
        </p:nvSpPr>
        <p:spPr>
          <a:xfrm>
            <a:off x="143600" y="4273621"/>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13" name="Text Placeholder 11"/>
          <p:cNvSpPr>
            <a:spLocks noGrp="1"/>
          </p:cNvSpPr>
          <p:nvPr>
            <p:ph type="body" sz="quarter" idx="15"/>
          </p:nvPr>
        </p:nvSpPr>
        <p:spPr>
          <a:xfrm>
            <a:off x="143600" y="4584557"/>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9" name="Picture Placeholder 8"/>
          <p:cNvSpPr>
            <a:spLocks noGrp="1"/>
          </p:cNvSpPr>
          <p:nvPr>
            <p:ph type="pic" sz="quarter" idx="13"/>
          </p:nvPr>
        </p:nvSpPr>
        <p:spPr>
          <a:xfrm>
            <a:off x="143600" y="2255030"/>
            <a:ext cx="1828800" cy="2011680"/>
          </a:xfrm>
        </p:spPr>
        <p:txBody>
          <a:bodyPr/>
          <a:lstStyle/>
          <a:p>
            <a:r>
              <a:rPr lang="en-US"/>
              <a:t>Click icon to add picture</a:t>
            </a:r>
          </a:p>
        </p:txBody>
      </p:sp>
      <p:pic>
        <p:nvPicPr>
          <p:cNvPr id="52" name="Picture 5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99526" y="4245848"/>
            <a:ext cx="1828800" cy="632893"/>
          </a:xfrm>
          <a:prstGeom prst="rect">
            <a:avLst/>
          </a:prstGeom>
        </p:spPr>
      </p:pic>
      <p:sp>
        <p:nvSpPr>
          <p:cNvPr id="53" name="Text Placeholder 11"/>
          <p:cNvSpPr>
            <a:spLocks noGrp="1"/>
          </p:cNvSpPr>
          <p:nvPr>
            <p:ph type="body" sz="quarter" idx="16"/>
          </p:nvPr>
        </p:nvSpPr>
        <p:spPr>
          <a:xfrm>
            <a:off x="2498976" y="4255168"/>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4" name="Text Placeholder 11"/>
          <p:cNvSpPr>
            <a:spLocks noGrp="1"/>
          </p:cNvSpPr>
          <p:nvPr>
            <p:ph type="body" sz="quarter" idx="17"/>
          </p:nvPr>
        </p:nvSpPr>
        <p:spPr>
          <a:xfrm>
            <a:off x="2498976" y="4566104"/>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5" name="Picture Placeholder 8"/>
          <p:cNvSpPr>
            <a:spLocks noGrp="1"/>
          </p:cNvSpPr>
          <p:nvPr>
            <p:ph type="pic" sz="quarter" idx="18"/>
          </p:nvPr>
        </p:nvSpPr>
        <p:spPr>
          <a:xfrm>
            <a:off x="2498976" y="2233864"/>
            <a:ext cx="1828800" cy="2011680"/>
          </a:xfrm>
        </p:spPr>
        <p:txBody>
          <a:bodyPr/>
          <a:lstStyle/>
          <a:p>
            <a:r>
              <a:rPr lang="en-US"/>
              <a:t>Click icon to add picture</a:t>
            </a:r>
          </a:p>
        </p:txBody>
      </p:sp>
      <p:pic>
        <p:nvPicPr>
          <p:cNvPr id="56" name="Picture 5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854902" y="4253024"/>
            <a:ext cx="1828800" cy="637700"/>
          </a:xfrm>
          <a:prstGeom prst="rect">
            <a:avLst/>
          </a:prstGeom>
        </p:spPr>
      </p:pic>
      <p:sp>
        <p:nvSpPr>
          <p:cNvPr id="57" name="Text Placeholder 11"/>
          <p:cNvSpPr>
            <a:spLocks noGrp="1"/>
          </p:cNvSpPr>
          <p:nvPr>
            <p:ph type="body" sz="quarter" idx="19"/>
          </p:nvPr>
        </p:nvSpPr>
        <p:spPr>
          <a:xfrm>
            <a:off x="4854352" y="4259366"/>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8" name="Text Placeholder 11"/>
          <p:cNvSpPr>
            <a:spLocks noGrp="1"/>
          </p:cNvSpPr>
          <p:nvPr>
            <p:ph type="body" sz="quarter" idx="20"/>
          </p:nvPr>
        </p:nvSpPr>
        <p:spPr>
          <a:xfrm>
            <a:off x="4854352" y="4570302"/>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9" name="Picture Placeholder 8"/>
          <p:cNvSpPr>
            <a:spLocks noGrp="1"/>
          </p:cNvSpPr>
          <p:nvPr>
            <p:ph type="pic" sz="quarter" idx="21"/>
          </p:nvPr>
        </p:nvSpPr>
        <p:spPr>
          <a:xfrm>
            <a:off x="4854352" y="2250300"/>
            <a:ext cx="1828800" cy="2011680"/>
          </a:xfrm>
        </p:spPr>
        <p:txBody>
          <a:bodyPr/>
          <a:lstStyle/>
          <a:p>
            <a:r>
              <a:rPr lang="en-US"/>
              <a:t>Click icon to add picture</a:t>
            </a:r>
          </a:p>
        </p:txBody>
      </p:sp>
      <p:pic>
        <p:nvPicPr>
          <p:cNvPr id="60" name="Picture 5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203454" y="4257735"/>
            <a:ext cx="1828800" cy="637700"/>
          </a:xfrm>
          <a:prstGeom prst="rect">
            <a:avLst/>
          </a:prstGeom>
        </p:spPr>
      </p:pic>
      <p:sp>
        <p:nvSpPr>
          <p:cNvPr id="61" name="Text Placeholder 11"/>
          <p:cNvSpPr>
            <a:spLocks noGrp="1"/>
          </p:cNvSpPr>
          <p:nvPr>
            <p:ph type="body" sz="quarter" idx="22"/>
          </p:nvPr>
        </p:nvSpPr>
        <p:spPr>
          <a:xfrm>
            <a:off x="7202904" y="4283430"/>
            <a:ext cx="1828800" cy="273387"/>
          </a:xfrm>
        </p:spPr>
        <p:txBody>
          <a:bodyPr>
            <a:noAutofit/>
          </a:bodyPr>
          <a:lstStyle>
            <a:lvl1pPr marL="0" indent="0">
              <a:buFont typeface="Arial" panose="020B0604020202020204" pitchFamily="34" charset="0"/>
              <a:buNone/>
              <a:defRPr sz="12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62" name="Text Placeholder 11"/>
          <p:cNvSpPr>
            <a:spLocks noGrp="1"/>
          </p:cNvSpPr>
          <p:nvPr>
            <p:ph type="body" sz="quarter" idx="23"/>
          </p:nvPr>
        </p:nvSpPr>
        <p:spPr>
          <a:xfrm>
            <a:off x="7202904" y="4594366"/>
            <a:ext cx="1828800" cy="292243"/>
          </a:xfrm>
        </p:spPr>
        <p:txBody>
          <a:bodyPr>
            <a:noAutofit/>
          </a:bodyPr>
          <a:lstStyle>
            <a:lvl1pPr marL="0" indent="0">
              <a:buFont typeface="Arial" panose="020B0604020202020204" pitchFamily="34" charset="0"/>
              <a:buNone/>
              <a:defRPr sz="10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63" name="Picture Placeholder 8"/>
          <p:cNvSpPr>
            <a:spLocks noGrp="1"/>
          </p:cNvSpPr>
          <p:nvPr>
            <p:ph type="pic" sz="quarter" idx="24"/>
          </p:nvPr>
        </p:nvSpPr>
        <p:spPr>
          <a:xfrm>
            <a:off x="7202904" y="2250300"/>
            <a:ext cx="1828800" cy="2011680"/>
          </a:xfrm>
        </p:spPr>
        <p:txBody>
          <a:bodyPr/>
          <a:lstStyle/>
          <a:p>
            <a:r>
              <a:rPr lang="en-US"/>
              <a:t>Click icon to add picture</a:t>
            </a:r>
          </a:p>
        </p:txBody>
      </p:sp>
    </p:spTree>
    <p:extLst>
      <p:ext uri="{BB962C8B-B14F-4D97-AF65-F5344CB8AC3E}">
        <p14:creationId xmlns:p14="http://schemas.microsoft.com/office/powerpoint/2010/main" val="29442111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ive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4800600" y="6356350"/>
            <a:ext cx="2895600" cy="365125"/>
          </a:xfrm>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446" y="3133649"/>
            <a:ext cx="1737360" cy="494095"/>
          </a:xfrm>
          <a:prstGeom prst="rect">
            <a:avLst/>
          </a:prstGeom>
        </p:spPr>
      </p:pic>
      <p:sp>
        <p:nvSpPr>
          <p:cNvPr id="12" name="Text Placeholder 11"/>
          <p:cNvSpPr>
            <a:spLocks noGrp="1"/>
          </p:cNvSpPr>
          <p:nvPr>
            <p:ph type="body" sz="quarter" idx="14"/>
          </p:nvPr>
        </p:nvSpPr>
        <p:spPr>
          <a:xfrm>
            <a:off x="1098896"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13" name="Text Placeholder 11"/>
          <p:cNvSpPr>
            <a:spLocks noGrp="1"/>
          </p:cNvSpPr>
          <p:nvPr>
            <p:ph type="body" sz="quarter" idx="15"/>
          </p:nvPr>
        </p:nvSpPr>
        <p:spPr>
          <a:xfrm>
            <a:off x="1098896"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9" name="Picture Placeholder 8"/>
          <p:cNvSpPr>
            <a:spLocks noGrp="1"/>
          </p:cNvSpPr>
          <p:nvPr>
            <p:ph type="pic" sz="quarter" idx="13"/>
          </p:nvPr>
        </p:nvSpPr>
        <p:spPr>
          <a:xfrm>
            <a:off x="1098896" y="1119404"/>
            <a:ext cx="1737360" cy="2011680"/>
          </a:xfrm>
        </p:spPr>
        <p:txBody>
          <a:bodyPr/>
          <a:lstStyle/>
          <a:p>
            <a:r>
              <a:rPr lang="en-US"/>
              <a:t>Click icon to add picture</a:t>
            </a: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08086" y="5767533"/>
            <a:ext cx="1765503" cy="493776"/>
          </a:xfrm>
          <a:prstGeom prst="rect">
            <a:avLst/>
          </a:prstGeom>
        </p:spPr>
      </p:pic>
      <p:sp>
        <p:nvSpPr>
          <p:cNvPr id="25" name="Text Placeholder 11"/>
          <p:cNvSpPr>
            <a:spLocks noGrp="1"/>
          </p:cNvSpPr>
          <p:nvPr>
            <p:ph type="body" sz="quarter" idx="16"/>
          </p:nvPr>
        </p:nvSpPr>
        <p:spPr>
          <a:xfrm>
            <a:off x="2407536"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26" name="Text Placeholder 11"/>
          <p:cNvSpPr>
            <a:spLocks noGrp="1"/>
          </p:cNvSpPr>
          <p:nvPr>
            <p:ph type="body" sz="quarter" idx="17"/>
          </p:nvPr>
        </p:nvSpPr>
        <p:spPr>
          <a:xfrm>
            <a:off x="2407536"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27" name="Picture Placeholder 8"/>
          <p:cNvSpPr>
            <a:spLocks noGrp="1"/>
          </p:cNvSpPr>
          <p:nvPr>
            <p:ph type="pic" sz="quarter" idx="18"/>
          </p:nvPr>
        </p:nvSpPr>
        <p:spPr>
          <a:xfrm>
            <a:off x="2407536" y="3756568"/>
            <a:ext cx="1737360" cy="2011680"/>
          </a:xfrm>
        </p:spPr>
        <p:txBody>
          <a:bodyPr/>
          <a:lstStyle/>
          <a:p>
            <a:r>
              <a:rPr lang="en-US"/>
              <a:t>Click icon to add picture</a:t>
            </a:r>
          </a:p>
        </p:txBody>
      </p:sp>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672840" y="3137743"/>
            <a:ext cx="1765503" cy="493776"/>
          </a:xfrm>
          <a:prstGeom prst="rect">
            <a:avLst/>
          </a:prstGeom>
        </p:spPr>
      </p:pic>
      <p:sp>
        <p:nvSpPr>
          <p:cNvPr id="29" name="Text Placeholder 11"/>
          <p:cNvSpPr>
            <a:spLocks noGrp="1"/>
          </p:cNvSpPr>
          <p:nvPr>
            <p:ph type="body" sz="quarter" idx="19"/>
          </p:nvPr>
        </p:nvSpPr>
        <p:spPr>
          <a:xfrm>
            <a:off x="3679664"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0" name="Text Placeholder 11"/>
          <p:cNvSpPr>
            <a:spLocks noGrp="1"/>
          </p:cNvSpPr>
          <p:nvPr>
            <p:ph type="body" sz="quarter" idx="20"/>
          </p:nvPr>
        </p:nvSpPr>
        <p:spPr>
          <a:xfrm>
            <a:off x="3679664"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1" name="Picture Placeholder 8"/>
          <p:cNvSpPr>
            <a:spLocks noGrp="1"/>
          </p:cNvSpPr>
          <p:nvPr>
            <p:ph type="pic" sz="quarter" idx="21"/>
          </p:nvPr>
        </p:nvSpPr>
        <p:spPr>
          <a:xfrm>
            <a:off x="3679664" y="1126778"/>
            <a:ext cx="1737360" cy="2011680"/>
          </a:xfrm>
        </p:spPr>
        <p:txBody>
          <a:bodyPr/>
          <a:lstStyle/>
          <a:p>
            <a:r>
              <a:rPr lang="en-US"/>
              <a:t>Click icon to add picture</a:t>
            </a:r>
          </a:p>
        </p:txBody>
      </p:sp>
      <p:pic>
        <p:nvPicPr>
          <p:cNvPr id="32" name="Picture 3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988854" y="5767533"/>
            <a:ext cx="1765503" cy="493776"/>
          </a:xfrm>
          <a:prstGeom prst="rect">
            <a:avLst/>
          </a:prstGeom>
        </p:spPr>
      </p:pic>
      <p:sp>
        <p:nvSpPr>
          <p:cNvPr id="33" name="Text Placeholder 11"/>
          <p:cNvSpPr>
            <a:spLocks noGrp="1"/>
          </p:cNvSpPr>
          <p:nvPr>
            <p:ph type="body" sz="quarter" idx="22"/>
          </p:nvPr>
        </p:nvSpPr>
        <p:spPr>
          <a:xfrm>
            <a:off x="4988304"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4" name="Text Placeholder 11"/>
          <p:cNvSpPr>
            <a:spLocks noGrp="1"/>
          </p:cNvSpPr>
          <p:nvPr>
            <p:ph type="body" sz="quarter" idx="23"/>
          </p:nvPr>
        </p:nvSpPr>
        <p:spPr>
          <a:xfrm>
            <a:off x="4988304"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5" name="Picture Placeholder 8"/>
          <p:cNvSpPr>
            <a:spLocks noGrp="1"/>
          </p:cNvSpPr>
          <p:nvPr>
            <p:ph type="pic" sz="quarter" idx="24"/>
          </p:nvPr>
        </p:nvSpPr>
        <p:spPr>
          <a:xfrm>
            <a:off x="4988304" y="3756568"/>
            <a:ext cx="1737360" cy="2011680"/>
          </a:xfrm>
        </p:spPr>
        <p:txBody>
          <a:bodyPr/>
          <a:lstStyle/>
          <a:p>
            <a:r>
              <a:rPr lang="en-US"/>
              <a:t>Click icon to add picture</a:t>
            </a:r>
          </a:p>
        </p:txBody>
      </p:sp>
      <p:pic>
        <p:nvPicPr>
          <p:cNvPr id="36" name="Picture 3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260982" y="3137743"/>
            <a:ext cx="1765503" cy="493776"/>
          </a:xfrm>
          <a:prstGeom prst="rect">
            <a:avLst/>
          </a:prstGeom>
        </p:spPr>
      </p:pic>
      <p:sp>
        <p:nvSpPr>
          <p:cNvPr id="37" name="Text Placeholder 11"/>
          <p:cNvSpPr>
            <a:spLocks noGrp="1"/>
          </p:cNvSpPr>
          <p:nvPr>
            <p:ph type="body" sz="quarter" idx="25"/>
          </p:nvPr>
        </p:nvSpPr>
        <p:spPr>
          <a:xfrm>
            <a:off x="6260432"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8" name="Text Placeholder 11"/>
          <p:cNvSpPr>
            <a:spLocks noGrp="1"/>
          </p:cNvSpPr>
          <p:nvPr>
            <p:ph type="body" sz="quarter" idx="26"/>
          </p:nvPr>
        </p:nvSpPr>
        <p:spPr>
          <a:xfrm>
            <a:off x="6260432"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9" name="Picture Placeholder 8"/>
          <p:cNvSpPr>
            <a:spLocks noGrp="1"/>
          </p:cNvSpPr>
          <p:nvPr>
            <p:ph type="pic" sz="quarter" idx="27"/>
          </p:nvPr>
        </p:nvSpPr>
        <p:spPr>
          <a:xfrm>
            <a:off x="6260432" y="1126778"/>
            <a:ext cx="1737360" cy="2011680"/>
          </a:xfrm>
        </p:spPr>
        <p:txBody>
          <a:bodyPr/>
          <a:lstStyle/>
          <a:p>
            <a:r>
              <a:rPr lang="en-US"/>
              <a:t>Click icon to add picture</a:t>
            </a:r>
          </a:p>
        </p:txBody>
      </p:sp>
    </p:spTree>
    <p:extLst>
      <p:ext uri="{BB962C8B-B14F-4D97-AF65-F5344CB8AC3E}">
        <p14:creationId xmlns:p14="http://schemas.microsoft.com/office/powerpoint/2010/main" val="4080520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ix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3495168" y="6356350"/>
            <a:ext cx="2895600" cy="365125"/>
          </a:xfrm>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9446" y="3133649"/>
            <a:ext cx="1737360" cy="494095"/>
          </a:xfrm>
          <a:prstGeom prst="rect">
            <a:avLst/>
          </a:prstGeom>
        </p:spPr>
      </p:pic>
      <p:sp>
        <p:nvSpPr>
          <p:cNvPr id="12" name="Text Placeholder 11"/>
          <p:cNvSpPr>
            <a:spLocks noGrp="1"/>
          </p:cNvSpPr>
          <p:nvPr>
            <p:ph type="body" sz="quarter" idx="14"/>
          </p:nvPr>
        </p:nvSpPr>
        <p:spPr>
          <a:xfrm>
            <a:off x="1098896"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13" name="Text Placeholder 11"/>
          <p:cNvSpPr>
            <a:spLocks noGrp="1"/>
          </p:cNvSpPr>
          <p:nvPr>
            <p:ph type="body" sz="quarter" idx="15"/>
          </p:nvPr>
        </p:nvSpPr>
        <p:spPr>
          <a:xfrm>
            <a:off x="1098896"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9" name="Picture Placeholder 8"/>
          <p:cNvSpPr>
            <a:spLocks noGrp="1"/>
          </p:cNvSpPr>
          <p:nvPr>
            <p:ph type="pic" sz="quarter" idx="13"/>
          </p:nvPr>
        </p:nvSpPr>
        <p:spPr>
          <a:xfrm>
            <a:off x="1098896" y="1119404"/>
            <a:ext cx="1737360" cy="2011680"/>
          </a:xfrm>
        </p:spPr>
        <p:txBody>
          <a:bodyPr/>
          <a:lstStyle/>
          <a:p>
            <a:r>
              <a:rPr lang="en-US"/>
              <a:t>Click icon to add picture</a:t>
            </a: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02654" y="5767533"/>
            <a:ext cx="1765503" cy="493776"/>
          </a:xfrm>
          <a:prstGeom prst="rect">
            <a:avLst/>
          </a:prstGeom>
        </p:spPr>
      </p:pic>
      <p:sp>
        <p:nvSpPr>
          <p:cNvPr id="25" name="Text Placeholder 11"/>
          <p:cNvSpPr>
            <a:spLocks noGrp="1"/>
          </p:cNvSpPr>
          <p:nvPr>
            <p:ph type="body" sz="quarter" idx="16"/>
          </p:nvPr>
        </p:nvSpPr>
        <p:spPr>
          <a:xfrm>
            <a:off x="1102104"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26" name="Text Placeholder 11"/>
          <p:cNvSpPr>
            <a:spLocks noGrp="1"/>
          </p:cNvSpPr>
          <p:nvPr>
            <p:ph type="body" sz="quarter" idx="17"/>
          </p:nvPr>
        </p:nvSpPr>
        <p:spPr>
          <a:xfrm>
            <a:off x="1102104"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27" name="Picture Placeholder 8"/>
          <p:cNvSpPr>
            <a:spLocks noGrp="1"/>
          </p:cNvSpPr>
          <p:nvPr>
            <p:ph type="pic" sz="quarter" idx="18"/>
          </p:nvPr>
        </p:nvSpPr>
        <p:spPr>
          <a:xfrm>
            <a:off x="1102104" y="3756568"/>
            <a:ext cx="1737360" cy="2011680"/>
          </a:xfrm>
        </p:spPr>
        <p:txBody>
          <a:bodyPr/>
          <a:lstStyle/>
          <a:p>
            <a:r>
              <a:rPr lang="en-US"/>
              <a:t>Click icon to add picture</a:t>
            </a:r>
          </a:p>
        </p:txBody>
      </p:sp>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672840" y="3137743"/>
            <a:ext cx="1765503" cy="493776"/>
          </a:xfrm>
          <a:prstGeom prst="rect">
            <a:avLst/>
          </a:prstGeom>
        </p:spPr>
      </p:pic>
      <p:sp>
        <p:nvSpPr>
          <p:cNvPr id="29" name="Text Placeholder 11"/>
          <p:cNvSpPr>
            <a:spLocks noGrp="1"/>
          </p:cNvSpPr>
          <p:nvPr>
            <p:ph type="body" sz="quarter" idx="19"/>
          </p:nvPr>
        </p:nvSpPr>
        <p:spPr>
          <a:xfrm>
            <a:off x="3679664"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0" name="Text Placeholder 11"/>
          <p:cNvSpPr>
            <a:spLocks noGrp="1"/>
          </p:cNvSpPr>
          <p:nvPr>
            <p:ph type="body" sz="quarter" idx="20"/>
          </p:nvPr>
        </p:nvSpPr>
        <p:spPr>
          <a:xfrm>
            <a:off x="3679664"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1" name="Picture Placeholder 8"/>
          <p:cNvSpPr>
            <a:spLocks noGrp="1"/>
          </p:cNvSpPr>
          <p:nvPr>
            <p:ph type="pic" sz="quarter" idx="21"/>
          </p:nvPr>
        </p:nvSpPr>
        <p:spPr>
          <a:xfrm>
            <a:off x="3679664" y="1126778"/>
            <a:ext cx="1737360" cy="2011680"/>
          </a:xfrm>
        </p:spPr>
        <p:txBody>
          <a:bodyPr/>
          <a:lstStyle/>
          <a:p>
            <a:r>
              <a:rPr lang="en-US"/>
              <a:t>Click icon to add picture</a:t>
            </a:r>
          </a:p>
        </p:txBody>
      </p:sp>
      <p:pic>
        <p:nvPicPr>
          <p:cNvPr id="32" name="Picture 3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683422" y="5767533"/>
            <a:ext cx="1765503" cy="493776"/>
          </a:xfrm>
          <a:prstGeom prst="rect">
            <a:avLst/>
          </a:prstGeom>
        </p:spPr>
      </p:pic>
      <p:sp>
        <p:nvSpPr>
          <p:cNvPr id="33" name="Text Placeholder 11"/>
          <p:cNvSpPr>
            <a:spLocks noGrp="1"/>
          </p:cNvSpPr>
          <p:nvPr>
            <p:ph type="body" sz="quarter" idx="22"/>
          </p:nvPr>
        </p:nvSpPr>
        <p:spPr>
          <a:xfrm>
            <a:off x="3682872"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4" name="Text Placeholder 11"/>
          <p:cNvSpPr>
            <a:spLocks noGrp="1"/>
          </p:cNvSpPr>
          <p:nvPr>
            <p:ph type="body" sz="quarter" idx="23"/>
          </p:nvPr>
        </p:nvSpPr>
        <p:spPr>
          <a:xfrm>
            <a:off x="3682872"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5" name="Picture Placeholder 8"/>
          <p:cNvSpPr>
            <a:spLocks noGrp="1"/>
          </p:cNvSpPr>
          <p:nvPr>
            <p:ph type="pic" sz="quarter" idx="24"/>
          </p:nvPr>
        </p:nvSpPr>
        <p:spPr>
          <a:xfrm>
            <a:off x="3682872" y="3756568"/>
            <a:ext cx="1737360" cy="2011680"/>
          </a:xfrm>
        </p:spPr>
        <p:txBody>
          <a:bodyPr/>
          <a:lstStyle/>
          <a:p>
            <a:r>
              <a:rPr lang="en-US"/>
              <a:t>Click icon to add picture</a:t>
            </a:r>
          </a:p>
        </p:txBody>
      </p:sp>
      <p:pic>
        <p:nvPicPr>
          <p:cNvPr id="36" name="Picture 3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260982" y="3137743"/>
            <a:ext cx="1765503" cy="493776"/>
          </a:xfrm>
          <a:prstGeom prst="rect">
            <a:avLst/>
          </a:prstGeom>
        </p:spPr>
      </p:pic>
      <p:sp>
        <p:nvSpPr>
          <p:cNvPr id="37" name="Text Placeholder 11"/>
          <p:cNvSpPr>
            <a:spLocks noGrp="1"/>
          </p:cNvSpPr>
          <p:nvPr>
            <p:ph type="body" sz="quarter" idx="25"/>
          </p:nvPr>
        </p:nvSpPr>
        <p:spPr>
          <a:xfrm>
            <a:off x="6260432"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8" name="Text Placeholder 11"/>
          <p:cNvSpPr>
            <a:spLocks noGrp="1"/>
          </p:cNvSpPr>
          <p:nvPr>
            <p:ph type="body" sz="quarter" idx="26"/>
          </p:nvPr>
        </p:nvSpPr>
        <p:spPr>
          <a:xfrm>
            <a:off x="6260432"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9" name="Picture Placeholder 8"/>
          <p:cNvSpPr>
            <a:spLocks noGrp="1"/>
          </p:cNvSpPr>
          <p:nvPr>
            <p:ph type="pic" sz="quarter" idx="27"/>
          </p:nvPr>
        </p:nvSpPr>
        <p:spPr>
          <a:xfrm>
            <a:off x="6260432" y="1126778"/>
            <a:ext cx="1737360" cy="2011680"/>
          </a:xfrm>
        </p:spPr>
        <p:txBody>
          <a:bodyPr/>
          <a:lstStyle/>
          <a:p>
            <a:r>
              <a:rPr lang="en-US"/>
              <a:t>Click icon to add picture</a:t>
            </a:r>
          </a:p>
        </p:txBody>
      </p:sp>
      <p:pic>
        <p:nvPicPr>
          <p:cNvPr id="40" name="Picture 3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264190" y="5767533"/>
            <a:ext cx="1765503" cy="493776"/>
          </a:xfrm>
          <a:prstGeom prst="rect">
            <a:avLst/>
          </a:prstGeom>
        </p:spPr>
      </p:pic>
      <p:sp>
        <p:nvSpPr>
          <p:cNvPr id="41" name="Text Placeholder 11"/>
          <p:cNvSpPr>
            <a:spLocks noGrp="1"/>
          </p:cNvSpPr>
          <p:nvPr>
            <p:ph type="body" sz="quarter" idx="28"/>
          </p:nvPr>
        </p:nvSpPr>
        <p:spPr>
          <a:xfrm>
            <a:off x="6263640"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42" name="Text Placeholder 11"/>
          <p:cNvSpPr>
            <a:spLocks noGrp="1"/>
          </p:cNvSpPr>
          <p:nvPr>
            <p:ph type="body" sz="quarter" idx="29"/>
          </p:nvPr>
        </p:nvSpPr>
        <p:spPr>
          <a:xfrm>
            <a:off x="6263640"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43" name="Picture Placeholder 8"/>
          <p:cNvSpPr>
            <a:spLocks noGrp="1"/>
          </p:cNvSpPr>
          <p:nvPr>
            <p:ph type="pic" sz="quarter" idx="30"/>
          </p:nvPr>
        </p:nvSpPr>
        <p:spPr>
          <a:xfrm>
            <a:off x="6263640" y="3756568"/>
            <a:ext cx="1737360" cy="2011680"/>
          </a:xfrm>
        </p:spPr>
        <p:txBody>
          <a:bodyPr/>
          <a:lstStyle/>
          <a:p>
            <a:r>
              <a:rPr lang="en-US"/>
              <a:t>Click icon to add picture</a:t>
            </a:r>
          </a:p>
        </p:txBody>
      </p:sp>
    </p:spTree>
    <p:extLst>
      <p:ext uri="{BB962C8B-B14F-4D97-AF65-F5344CB8AC3E}">
        <p14:creationId xmlns:p14="http://schemas.microsoft.com/office/powerpoint/2010/main" val="471993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ght Pictur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4800" y="3133649"/>
            <a:ext cx="1737360" cy="494095"/>
          </a:xfrm>
          <a:prstGeom prst="rect">
            <a:avLst/>
          </a:prstGeom>
        </p:spPr>
      </p:pic>
      <p:sp>
        <p:nvSpPr>
          <p:cNvPr id="12" name="Text Placeholder 11"/>
          <p:cNvSpPr>
            <a:spLocks noGrp="1"/>
          </p:cNvSpPr>
          <p:nvPr>
            <p:ph type="body" sz="quarter" idx="14"/>
          </p:nvPr>
        </p:nvSpPr>
        <p:spPr>
          <a:xfrm>
            <a:off x="311624"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13" name="Text Placeholder 11"/>
          <p:cNvSpPr>
            <a:spLocks noGrp="1"/>
          </p:cNvSpPr>
          <p:nvPr>
            <p:ph type="body" sz="quarter" idx="15"/>
          </p:nvPr>
        </p:nvSpPr>
        <p:spPr>
          <a:xfrm>
            <a:off x="311624"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9" name="Picture Placeholder 8"/>
          <p:cNvSpPr>
            <a:spLocks noGrp="1"/>
          </p:cNvSpPr>
          <p:nvPr>
            <p:ph type="pic" sz="quarter" idx="13"/>
          </p:nvPr>
        </p:nvSpPr>
        <p:spPr>
          <a:xfrm>
            <a:off x="302099" y="1119981"/>
            <a:ext cx="1737360" cy="2011680"/>
          </a:xfrm>
        </p:spPr>
        <p:txBody>
          <a:bodyPr/>
          <a:lstStyle/>
          <a:p>
            <a:r>
              <a:rPr lang="en-US"/>
              <a:t>Click icon to add picture</a:t>
            </a: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008" y="5767534"/>
            <a:ext cx="1737360" cy="485905"/>
          </a:xfrm>
          <a:prstGeom prst="rect">
            <a:avLst/>
          </a:prstGeom>
        </p:spPr>
      </p:pic>
      <p:sp>
        <p:nvSpPr>
          <p:cNvPr id="25" name="Text Placeholder 11"/>
          <p:cNvSpPr>
            <a:spLocks noGrp="1"/>
          </p:cNvSpPr>
          <p:nvPr>
            <p:ph type="body" sz="quarter" idx="16"/>
          </p:nvPr>
        </p:nvSpPr>
        <p:spPr>
          <a:xfrm>
            <a:off x="314832"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26" name="Text Placeholder 11"/>
          <p:cNvSpPr>
            <a:spLocks noGrp="1"/>
          </p:cNvSpPr>
          <p:nvPr>
            <p:ph type="body" sz="quarter" idx="17"/>
          </p:nvPr>
        </p:nvSpPr>
        <p:spPr>
          <a:xfrm>
            <a:off x="314832"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27" name="Picture Placeholder 8"/>
          <p:cNvSpPr>
            <a:spLocks noGrp="1"/>
          </p:cNvSpPr>
          <p:nvPr>
            <p:ph type="pic" sz="quarter" idx="18"/>
          </p:nvPr>
        </p:nvSpPr>
        <p:spPr>
          <a:xfrm>
            <a:off x="305307" y="3759296"/>
            <a:ext cx="1737360" cy="2011680"/>
          </a:xfrm>
        </p:spPr>
        <p:txBody>
          <a:bodyPr/>
          <a:lstStyle/>
          <a:p>
            <a:r>
              <a:rPr lang="en-US"/>
              <a:t>Click icon to add picture</a:t>
            </a:r>
          </a:p>
        </p:txBody>
      </p:sp>
      <p:pic>
        <p:nvPicPr>
          <p:cNvPr id="28" name="Picture 2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3137744"/>
            <a:ext cx="1737360" cy="485905"/>
          </a:xfrm>
          <a:prstGeom prst="rect">
            <a:avLst/>
          </a:prstGeom>
        </p:spPr>
      </p:pic>
      <p:sp>
        <p:nvSpPr>
          <p:cNvPr id="29" name="Text Placeholder 11"/>
          <p:cNvSpPr>
            <a:spLocks noGrp="1"/>
          </p:cNvSpPr>
          <p:nvPr>
            <p:ph type="body" sz="quarter" idx="19"/>
          </p:nvPr>
        </p:nvSpPr>
        <p:spPr>
          <a:xfrm>
            <a:off x="2521424"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0" name="Text Placeholder 11"/>
          <p:cNvSpPr>
            <a:spLocks noGrp="1"/>
          </p:cNvSpPr>
          <p:nvPr>
            <p:ph type="body" sz="quarter" idx="20"/>
          </p:nvPr>
        </p:nvSpPr>
        <p:spPr>
          <a:xfrm>
            <a:off x="2521424"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1" name="Picture Placeholder 8"/>
          <p:cNvSpPr>
            <a:spLocks noGrp="1"/>
          </p:cNvSpPr>
          <p:nvPr>
            <p:ph type="pic" sz="quarter" idx="21"/>
          </p:nvPr>
        </p:nvSpPr>
        <p:spPr>
          <a:xfrm>
            <a:off x="2511899" y="1127932"/>
            <a:ext cx="1737360" cy="2011680"/>
          </a:xfrm>
        </p:spPr>
        <p:txBody>
          <a:bodyPr/>
          <a:lstStyle/>
          <a:p>
            <a:r>
              <a:rPr lang="en-US"/>
              <a:t>Click icon to add picture</a:t>
            </a:r>
          </a:p>
        </p:txBody>
      </p:sp>
      <p:pic>
        <p:nvPicPr>
          <p:cNvPr id="32" name="Picture 31"/>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517808" y="5767534"/>
            <a:ext cx="1737360" cy="485905"/>
          </a:xfrm>
          <a:prstGeom prst="rect">
            <a:avLst/>
          </a:prstGeom>
        </p:spPr>
      </p:pic>
      <p:sp>
        <p:nvSpPr>
          <p:cNvPr id="33" name="Text Placeholder 11"/>
          <p:cNvSpPr>
            <a:spLocks noGrp="1"/>
          </p:cNvSpPr>
          <p:nvPr>
            <p:ph type="body" sz="quarter" idx="22"/>
          </p:nvPr>
        </p:nvSpPr>
        <p:spPr>
          <a:xfrm>
            <a:off x="2524632"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4" name="Text Placeholder 11"/>
          <p:cNvSpPr>
            <a:spLocks noGrp="1"/>
          </p:cNvSpPr>
          <p:nvPr>
            <p:ph type="body" sz="quarter" idx="23"/>
          </p:nvPr>
        </p:nvSpPr>
        <p:spPr>
          <a:xfrm>
            <a:off x="2524632"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5" name="Picture Placeholder 8"/>
          <p:cNvSpPr>
            <a:spLocks noGrp="1"/>
          </p:cNvSpPr>
          <p:nvPr>
            <p:ph type="pic" sz="quarter" idx="24"/>
          </p:nvPr>
        </p:nvSpPr>
        <p:spPr>
          <a:xfrm>
            <a:off x="2515107" y="3759296"/>
            <a:ext cx="1737360" cy="2011680"/>
          </a:xfrm>
        </p:spPr>
        <p:txBody>
          <a:bodyPr/>
          <a:lstStyle/>
          <a:p>
            <a:r>
              <a:rPr lang="en-US"/>
              <a:t>Click icon to add picture</a:t>
            </a:r>
          </a:p>
        </p:txBody>
      </p:sp>
      <p:pic>
        <p:nvPicPr>
          <p:cNvPr id="36" name="Picture 3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739640" y="3137744"/>
            <a:ext cx="1737360" cy="485905"/>
          </a:xfrm>
          <a:prstGeom prst="rect">
            <a:avLst/>
          </a:prstGeom>
        </p:spPr>
      </p:pic>
      <p:sp>
        <p:nvSpPr>
          <p:cNvPr id="37" name="Text Placeholder 11"/>
          <p:cNvSpPr>
            <a:spLocks noGrp="1"/>
          </p:cNvSpPr>
          <p:nvPr>
            <p:ph type="body" sz="quarter" idx="25"/>
          </p:nvPr>
        </p:nvSpPr>
        <p:spPr>
          <a:xfrm>
            <a:off x="4746464" y="313062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8" name="Text Placeholder 11"/>
          <p:cNvSpPr>
            <a:spLocks noGrp="1"/>
          </p:cNvSpPr>
          <p:nvPr>
            <p:ph type="body" sz="quarter" idx="26"/>
          </p:nvPr>
        </p:nvSpPr>
        <p:spPr>
          <a:xfrm>
            <a:off x="4746464" y="333438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39" name="Picture Placeholder 8"/>
          <p:cNvSpPr>
            <a:spLocks noGrp="1"/>
          </p:cNvSpPr>
          <p:nvPr>
            <p:ph type="pic" sz="quarter" idx="27"/>
          </p:nvPr>
        </p:nvSpPr>
        <p:spPr>
          <a:xfrm>
            <a:off x="4746464" y="1127932"/>
            <a:ext cx="1737360" cy="2011680"/>
          </a:xfrm>
        </p:spPr>
        <p:txBody>
          <a:bodyPr/>
          <a:lstStyle/>
          <a:p>
            <a:r>
              <a:rPr lang="en-US"/>
              <a:t>Click icon to add picture</a:t>
            </a:r>
          </a:p>
        </p:txBody>
      </p:sp>
      <p:pic>
        <p:nvPicPr>
          <p:cNvPr id="40" name="Picture 3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4742848" y="5767534"/>
            <a:ext cx="1737360" cy="485905"/>
          </a:xfrm>
          <a:prstGeom prst="rect">
            <a:avLst/>
          </a:prstGeom>
        </p:spPr>
      </p:pic>
      <p:sp>
        <p:nvSpPr>
          <p:cNvPr id="41" name="Text Placeholder 11"/>
          <p:cNvSpPr>
            <a:spLocks noGrp="1"/>
          </p:cNvSpPr>
          <p:nvPr>
            <p:ph type="body" sz="quarter" idx="28"/>
          </p:nvPr>
        </p:nvSpPr>
        <p:spPr>
          <a:xfrm>
            <a:off x="4749672" y="576041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42" name="Text Placeholder 11"/>
          <p:cNvSpPr>
            <a:spLocks noGrp="1"/>
          </p:cNvSpPr>
          <p:nvPr>
            <p:ph type="body" sz="quarter" idx="29"/>
          </p:nvPr>
        </p:nvSpPr>
        <p:spPr>
          <a:xfrm>
            <a:off x="4749672" y="596417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43" name="Picture Placeholder 8"/>
          <p:cNvSpPr>
            <a:spLocks noGrp="1"/>
          </p:cNvSpPr>
          <p:nvPr>
            <p:ph type="pic" sz="quarter" idx="30"/>
          </p:nvPr>
        </p:nvSpPr>
        <p:spPr>
          <a:xfrm>
            <a:off x="4740147" y="3759296"/>
            <a:ext cx="1737360" cy="2011680"/>
          </a:xfrm>
        </p:spPr>
        <p:txBody>
          <a:bodyPr/>
          <a:lstStyle/>
          <a:p>
            <a:r>
              <a:rPr lang="en-US"/>
              <a:t>Click icon to add picture</a:t>
            </a:r>
          </a:p>
        </p:txBody>
      </p:sp>
      <p:pic>
        <p:nvPicPr>
          <p:cNvPr id="44" name="Picture 4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57856" y="3168714"/>
            <a:ext cx="1737360" cy="485905"/>
          </a:xfrm>
          <a:prstGeom prst="rect">
            <a:avLst/>
          </a:prstGeom>
        </p:spPr>
      </p:pic>
      <p:sp>
        <p:nvSpPr>
          <p:cNvPr id="45" name="Text Placeholder 11"/>
          <p:cNvSpPr>
            <a:spLocks noGrp="1"/>
          </p:cNvSpPr>
          <p:nvPr>
            <p:ph type="body" sz="quarter" idx="31"/>
          </p:nvPr>
        </p:nvSpPr>
        <p:spPr>
          <a:xfrm>
            <a:off x="6964680" y="316159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46" name="Text Placeholder 11"/>
          <p:cNvSpPr>
            <a:spLocks noGrp="1"/>
          </p:cNvSpPr>
          <p:nvPr>
            <p:ph type="body" sz="quarter" idx="32"/>
          </p:nvPr>
        </p:nvSpPr>
        <p:spPr>
          <a:xfrm>
            <a:off x="6964680" y="336535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47" name="Picture Placeholder 8"/>
          <p:cNvSpPr>
            <a:spLocks noGrp="1"/>
          </p:cNvSpPr>
          <p:nvPr>
            <p:ph type="pic" sz="quarter" idx="33"/>
          </p:nvPr>
        </p:nvSpPr>
        <p:spPr>
          <a:xfrm>
            <a:off x="6955155" y="1158902"/>
            <a:ext cx="1737360" cy="2011680"/>
          </a:xfrm>
        </p:spPr>
        <p:txBody>
          <a:bodyPr/>
          <a:lstStyle/>
          <a:p>
            <a:r>
              <a:rPr lang="en-US"/>
              <a:t>Click icon to add picture</a:t>
            </a:r>
          </a:p>
        </p:txBody>
      </p:sp>
      <p:pic>
        <p:nvPicPr>
          <p:cNvPr id="48" name="Picture 47"/>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6961064" y="5798504"/>
            <a:ext cx="1737360" cy="485905"/>
          </a:xfrm>
          <a:prstGeom prst="rect">
            <a:avLst/>
          </a:prstGeom>
        </p:spPr>
      </p:pic>
      <p:sp>
        <p:nvSpPr>
          <p:cNvPr id="49" name="Text Placeholder 11"/>
          <p:cNvSpPr>
            <a:spLocks noGrp="1"/>
          </p:cNvSpPr>
          <p:nvPr>
            <p:ph type="body" sz="quarter" idx="34"/>
          </p:nvPr>
        </p:nvSpPr>
        <p:spPr>
          <a:xfrm>
            <a:off x="6967888" y="5791382"/>
            <a:ext cx="1737360" cy="180832"/>
          </a:xfrm>
        </p:spPr>
        <p:txBody>
          <a:bodyPr>
            <a:noAutofit/>
          </a:bodyPr>
          <a:lstStyle>
            <a:lvl1pPr marL="0" indent="0">
              <a:buFont typeface="Arial" panose="020B0604020202020204" pitchFamily="34" charset="0"/>
              <a:buNone/>
              <a:defRPr sz="1000" b="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0" name="Text Placeholder 11"/>
          <p:cNvSpPr>
            <a:spLocks noGrp="1"/>
          </p:cNvSpPr>
          <p:nvPr>
            <p:ph type="body" sz="quarter" idx="35"/>
          </p:nvPr>
        </p:nvSpPr>
        <p:spPr>
          <a:xfrm>
            <a:off x="6967888" y="5995147"/>
            <a:ext cx="1737360" cy="292243"/>
          </a:xfrm>
        </p:spPr>
        <p:txBody>
          <a:bodyPr>
            <a:noAutofit/>
          </a:bodyPr>
          <a:lstStyle>
            <a:lvl1pPr marL="0" indent="0">
              <a:buFont typeface="Arial" panose="020B0604020202020204" pitchFamily="34" charset="0"/>
              <a:buNone/>
              <a:defRPr sz="800" b="0" i="1">
                <a:solidFill>
                  <a:schemeClr val="bg1"/>
                </a:solidFill>
                <a:latin typeface="Arial" panose="020B0604020202020204" pitchFamily="34" charset="0"/>
                <a:cs typeface="Arial" panose="020B0604020202020204" pitchFamily="34" charset="0"/>
              </a:defRPr>
            </a:lvl1pPr>
            <a:lvl2pPr marL="457200" indent="0">
              <a:buNone/>
              <a:defRPr sz="1000" b="0">
                <a:solidFill>
                  <a:schemeClr val="bg1"/>
                </a:solidFill>
                <a:latin typeface="Arial" panose="020B0604020202020204" pitchFamily="34" charset="0"/>
                <a:cs typeface="Arial" panose="020B0604020202020204" pitchFamily="34" charset="0"/>
              </a:defRPr>
            </a:lvl2pPr>
            <a:lvl3pPr marL="914400" indent="0">
              <a:buNone/>
              <a:defRPr sz="1000" b="0">
                <a:solidFill>
                  <a:schemeClr val="bg1"/>
                </a:solidFill>
                <a:latin typeface="Arial" panose="020B0604020202020204" pitchFamily="34" charset="0"/>
                <a:cs typeface="Arial" panose="020B0604020202020204" pitchFamily="34" charset="0"/>
              </a:defRPr>
            </a:lvl3pPr>
            <a:lvl4pPr marL="1371600" indent="0">
              <a:buNone/>
              <a:defRPr sz="1000" b="0">
                <a:solidFill>
                  <a:schemeClr val="bg1"/>
                </a:solidFill>
              </a:defRPr>
            </a:lvl4pPr>
            <a:lvl5pPr marL="1828800" indent="0">
              <a:buNone/>
              <a:defRPr sz="1000" b="0">
                <a:solidFill>
                  <a:schemeClr val="bg1"/>
                </a:solidFill>
              </a:defRPr>
            </a:lvl5pPr>
          </a:lstStyle>
          <a:p>
            <a:pPr lvl="0"/>
            <a:r>
              <a:rPr lang="en-US"/>
              <a:t>Click to edit Master text styles</a:t>
            </a:r>
          </a:p>
        </p:txBody>
      </p:sp>
      <p:sp>
        <p:nvSpPr>
          <p:cNvPr id="51" name="Picture Placeholder 8"/>
          <p:cNvSpPr>
            <a:spLocks noGrp="1"/>
          </p:cNvSpPr>
          <p:nvPr>
            <p:ph type="pic" sz="quarter" idx="36"/>
          </p:nvPr>
        </p:nvSpPr>
        <p:spPr>
          <a:xfrm>
            <a:off x="6967888" y="3788692"/>
            <a:ext cx="1737360" cy="2011680"/>
          </a:xfrm>
        </p:spPr>
        <p:txBody>
          <a:bodyPr/>
          <a:lstStyle/>
          <a:p>
            <a:r>
              <a:rPr lang="en-US"/>
              <a:t>Click icon to add picture</a:t>
            </a:r>
          </a:p>
        </p:txBody>
      </p:sp>
    </p:spTree>
    <p:extLst>
      <p:ext uri="{BB962C8B-B14F-4D97-AF65-F5344CB8AC3E}">
        <p14:creationId xmlns:p14="http://schemas.microsoft.com/office/powerpoint/2010/main" val="5397349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9796F6-F1F3-4407-A0D0-D2235795A63A}"/>
              </a:ext>
            </a:extLst>
          </p:cNvPr>
          <p:cNvSpPr>
            <a:spLocks noGrp="1"/>
          </p:cNvSpPr>
          <p:nvPr>
            <p:ph type="dt" sz="half" idx="10"/>
          </p:nvPr>
        </p:nvSpPr>
        <p:spPr/>
        <p:txBody>
          <a:bodyPr/>
          <a:lstStyle/>
          <a:p>
            <a:fld id="{2CC9B35B-9E1F-4231-A199-B6E3F5A96D7D}" type="datetimeFigureOut">
              <a:rPr lang="en-US" smtClean="0"/>
              <a:t>1/30/26</a:t>
            </a:fld>
            <a:endParaRPr lang="en-US"/>
          </a:p>
        </p:txBody>
      </p:sp>
      <p:sp>
        <p:nvSpPr>
          <p:cNvPr id="3" name="Footer Placeholder 2">
            <a:extLst>
              <a:ext uri="{FF2B5EF4-FFF2-40B4-BE49-F238E27FC236}">
                <a16:creationId xmlns:a16="http://schemas.microsoft.com/office/drawing/2014/main" id="{EC7CCCB0-BEC1-4BC0-9914-A951ACE31D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9E3BEB-CABD-4059-919D-3145140486C0}"/>
              </a:ext>
            </a:extLst>
          </p:cNvPr>
          <p:cNvSpPr>
            <a:spLocks noGrp="1"/>
          </p:cNvSpPr>
          <p:nvPr>
            <p:ph type="sldNum" sz="quarter" idx="12"/>
          </p:nvPr>
        </p:nvSpPr>
        <p:spPr/>
        <p:txBody>
          <a:bodyPr/>
          <a:lstStyle/>
          <a:p>
            <a:fld id="{CDF2ABA5-8B04-454A-96E7-E6289EE5A628}" type="slidenum">
              <a:rPr lang="en-US" smtClean="0"/>
              <a:t>‹#›</a:t>
            </a:fld>
            <a:endParaRPr lang="en-US"/>
          </a:p>
        </p:txBody>
      </p:sp>
      <p:pic>
        <p:nvPicPr>
          <p:cNvPr id="6" name="Picture 5">
            <a:extLst>
              <a:ext uri="{FF2B5EF4-FFF2-40B4-BE49-F238E27FC236}">
                <a16:creationId xmlns:a16="http://schemas.microsoft.com/office/drawing/2014/main" id="{A8564B35-0509-4D1B-8A9E-DBF95CFC5AE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ext Placeholder 7">
            <a:extLst>
              <a:ext uri="{FF2B5EF4-FFF2-40B4-BE49-F238E27FC236}">
                <a16:creationId xmlns:a16="http://schemas.microsoft.com/office/drawing/2014/main" id="{95282CCC-ACE9-45BA-8625-CCFEA8B22AD6}"/>
              </a:ext>
            </a:extLst>
          </p:cNvPr>
          <p:cNvSpPr>
            <a:spLocks noGrp="1"/>
          </p:cNvSpPr>
          <p:nvPr>
            <p:ph type="body" sz="quarter" idx="13"/>
          </p:nvPr>
        </p:nvSpPr>
        <p:spPr>
          <a:xfrm>
            <a:off x="0" y="519113"/>
            <a:ext cx="9144000" cy="885825"/>
          </a:xfrm>
        </p:spPr>
        <p:txBody>
          <a:bodyPr>
            <a:normAutofit/>
          </a:bodyPr>
          <a:lstStyle>
            <a:lvl1pPr marL="0" indent="0" algn="ctr">
              <a:buNone/>
              <a:defRPr sz="2700" b="1">
                <a:effectLst>
                  <a:outerShdw blurRad="38100" dist="38100" dir="2700000" algn="tl">
                    <a:srgbClr val="000000">
                      <a:alpha val="43137"/>
                    </a:srgbClr>
                  </a:outerShdw>
                </a:effectLst>
              </a:defRPr>
            </a:lvl1pPr>
          </a:lstStyle>
          <a:p>
            <a:pPr lvl="0"/>
            <a:r>
              <a:rPr lang="en-US"/>
              <a:t>Edit Master text styles</a:t>
            </a:r>
          </a:p>
        </p:txBody>
      </p:sp>
      <p:sp>
        <p:nvSpPr>
          <p:cNvPr id="12" name="Text Placeholder 11">
            <a:extLst>
              <a:ext uri="{FF2B5EF4-FFF2-40B4-BE49-F238E27FC236}">
                <a16:creationId xmlns:a16="http://schemas.microsoft.com/office/drawing/2014/main" id="{79809BC3-E890-4842-9451-E65186E6FBC5}"/>
              </a:ext>
            </a:extLst>
          </p:cNvPr>
          <p:cNvSpPr>
            <a:spLocks noGrp="1"/>
          </p:cNvSpPr>
          <p:nvPr>
            <p:ph type="body" sz="quarter" idx="14"/>
          </p:nvPr>
        </p:nvSpPr>
        <p:spPr>
          <a:xfrm>
            <a:off x="102394" y="1528764"/>
            <a:ext cx="8926116" cy="2865437"/>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23924734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FD4CA7CB-70AC-4D90-B73C-BA39988D72B8}"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20305983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4CA7CB-70AC-4D90-B73C-BA39988D72B8}"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7555023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4CA7CB-70AC-4D90-B73C-BA39988D72B8}"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34669036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4CA7CB-70AC-4D90-B73C-BA39988D72B8}"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1231679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4CA7CB-70AC-4D90-B73C-BA39988D72B8}" type="datetimeFigureOut">
              <a:rPr lang="en-US" smtClean="0"/>
              <a:t>1/30/26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2456490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4CA7CB-70AC-4D90-B73C-BA39988D72B8}" type="datetimeFigureOut">
              <a:rPr lang="en-US" smtClean="0"/>
              <a:t>1/30/26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12129760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CA7CB-70AC-4D90-B73C-BA39988D72B8}" type="datetimeFigureOut">
              <a:rPr lang="en-US" smtClean="0"/>
              <a:t>1/30/26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4006204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D4CA7CB-70AC-4D90-B73C-BA39988D72B8}"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2442656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FD4CA7CB-70AC-4D90-B73C-BA39988D72B8}" type="datetimeFigureOut">
              <a:rPr lang="en-US" smtClean="0"/>
              <a:t>1/30/26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24780781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4CA7CB-70AC-4D90-B73C-BA39988D72B8}"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10521408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4CA7CB-70AC-4D90-B73C-BA39988D72B8}" type="datetimeFigureOut">
              <a:rPr lang="en-US" smtClean="0"/>
              <a:t>1/30/26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D10865-090F-4942-A7EF-AC8CB9839A14}" type="slidenum">
              <a:rPr lang="en-US" smtClean="0"/>
              <a:t>‹#›</a:t>
            </a:fld>
            <a:endParaRPr lang="en-US"/>
          </a:p>
        </p:txBody>
      </p:sp>
    </p:spTree>
    <p:extLst>
      <p:ext uri="{BB962C8B-B14F-4D97-AF65-F5344CB8AC3E}">
        <p14:creationId xmlns:p14="http://schemas.microsoft.com/office/powerpoint/2010/main" val="254282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1"/>
            <a:ext cx="9144000" cy="1370013"/>
          </a:xfrm>
          <a:prstGeom prst="rect">
            <a:avLst/>
          </a:prstGeom>
          <a:solidFill>
            <a:srgbClr val="017741"/>
          </a:solidFill>
          <a:ln>
            <a:solidFill>
              <a:srgbClr val="0177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52400" y="76200"/>
            <a:ext cx="6400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C50B9-AEEA-40EB-AA0B-A3DF10BDAF86}" type="datetimeFigureOut">
              <a:rPr lang="en-US" smtClean="0"/>
              <a:t>1/30/26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EFEE45-7D0A-4A01-9BE0-D4115DA28962}" type="slidenum">
              <a:rPr lang="en-US" smtClean="0"/>
              <a:t>‹#›</a:t>
            </a:fld>
            <a:endParaRPr lang="en-US"/>
          </a:p>
        </p:txBody>
      </p:sp>
      <p:pic>
        <p:nvPicPr>
          <p:cNvPr id="7" name="Picture 6"/>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4953000" y="6317825"/>
            <a:ext cx="3810000" cy="346363"/>
          </a:xfrm>
          <a:prstGeom prst="rect">
            <a:avLst/>
          </a:prstGeom>
        </p:spPr>
      </p:pic>
      <p:pic>
        <p:nvPicPr>
          <p:cNvPr id="10" name="Picture 9"/>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6795157" y="228600"/>
            <a:ext cx="2065259" cy="914400"/>
          </a:xfrm>
          <a:prstGeom prst="rect">
            <a:avLst/>
          </a:prstGeom>
        </p:spPr>
      </p:pic>
    </p:spTree>
    <p:extLst>
      <p:ext uri="{BB962C8B-B14F-4D97-AF65-F5344CB8AC3E}">
        <p14:creationId xmlns:p14="http://schemas.microsoft.com/office/powerpoint/2010/main" val="42113023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914400" rtl="0" eaLnBrk="1" latinLnBrk="0" hangingPunct="1">
        <a:spcBef>
          <a:spcPct val="0"/>
        </a:spcBef>
        <a:buNone/>
        <a:defRPr sz="36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CCCC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D4CA7CB-70AC-4D90-B73C-BA39988D72B8}" type="datetimeFigureOut">
              <a:rPr lang="en-US" smtClean="0"/>
              <a:t>1/30/26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7D10865-090F-4942-A7EF-AC8CB9839A14}" type="slidenum">
              <a:rPr lang="en-US" smtClean="0"/>
              <a:t>‹#›</a:t>
            </a:fld>
            <a:endParaRPr lang="en-US"/>
          </a:p>
        </p:txBody>
      </p:sp>
    </p:spTree>
    <p:extLst>
      <p:ext uri="{BB962C8B-B14F-4D97-AF65-F5344CB8AC3E}">
        <p14:creationId xmlns:p14="http://schemas.microsoft.com/office/powerpoint/2010/main" val="400263152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4.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26.png"/><Relationship Id="rId4" Type="http://schemas.openxmlformats.org/officeDocument/2006/relationships/image" Target="../media/image23.png"/><Relationship Id="rId9" Type="http://schemas.openxmlformats.org/officeDocument/2006/relationships/customXml" Target="../ink/ink4.xml"/><Relationship Id="rId14" Type="http://schemas.openxmlformats.org/officeDocument/2006/relationships/image" Target="../media/image2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95" y="1484784"/>
            <a:ext cx="9144000" cy="4525963"/>
          </a:xfrm>
        </p:spPr>
        <p:txBody>
          <a:bodyPr>
            <a:normAutofit/>
          </a:bodyPr>
          <a:lstStyle/>
          <a:p>
            <a:pPr algn="ctr">
              <a:buNone/>
            </a:pPr>
            <a:r>
              <a:rPr lang="en-GB" sz="5400" b="1" u="sng">
                <a:solidFill>
                  <a:srgbClr val="002060"/>
                </a:solidFill>
              </a:rPr>
              <a:t>What makes a great learner?</a:t>
            </a:r>
          </a:p>
          <a:p>
            <a:pPr algn="ctr">
              <a:buNone/>
            </a:pPr>
            <a:endParaRPr lang="en-GB" sz="5400" b="1" u="sng">
              <a:solidFill>
                <a:srgbClr val="002060"/>
              </a:solidFill>
            </a:endParaRPr>
          </a:p>
          <a:p>
            <a:pPr algn="ctr">
              <a:buNone/>
            </a:pPr>
            <a:r>
              <a:rPr lang="en-GB" sz="5400" b="1" u="sng">
                <a:solidFill>
                  <a:srgbClr val="002060"/>
                </a:solidFill>
              </a:rPr>
              <a:t>Think then… </a:t>
            </a:r>
          </a:p>
          <a:p>
            <a:pPr algn="ctr">
              <a:buNone/>
            </a:pPr>
            <a:r>
              <a:rPr lang="en-GB" sz="5400" b="1" u="sng">
                <a:solidFill>
                  <a:srgbClr val="002060"/>
                </a:solidFill>
              </a:rPr>
              <a:t>Pair up and share</a:t>
            </a:r>
          </a:p>
          <a:p>
            <a:pPr algn="ctr">
              <a:buNone/>
            </a:pPr>
            <a:endParaRPr lang="en-GB" sz="5400" b="1" u="sng">
              <a:solidFill>
                <a:srgbClr val="002060"/>
              </a:solidFill>
            </a:endParaRPr>
          </a:p>
        </p:txBody>
      </p:sp>
    </p:spTree>
    <p:extLst>
      <p:ext uri="{BB962C8B-B14F-4D97-AF65-F5344CB8AC3E}">
        <p14:creationId xmlns:p14="http://schemas.microsoft.com/office/powerpoint/2010/main" val="424316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solidFill>
        </p:spPr>
        <p:txBody>
          <a:bodyPr>
            <a:noAutofit/>
          </a:bodyPr>
          <a:lstStyle/>
          <a:p>
            <a:r>
              <a:rPr lang="en-GB" sz="3200" b="1">
                <a:solidFill>
                  <a:srgbClr val="00B050"/>
                </a:solidFill>
              </a:rPr>
              <a:t>What makes a fantastic learner?</a:t>
            </a:r>
          </a:p>
        </p:txBody>
      </p:sp>
      <p:sp>
        <p:nvSpPr>
          <p:cNvPr id="3" name="Content Placeholder 2"/>
          <p:cNvSpPr>
            <a:spLocks noGrp="1"/>
          </p:cNvSpPr>
          <p:nvPr>
            <p:ph idx="1"/>
          </p:nvPr>
        </p:nvSpPr>
        <p:spPr>
          <a:xfrm>
            <a:off x="0" y="1600200"/>
            <a:ext cx="9144000" cy="4525963"/>
          </a:xfrm>
        </p:spPr>
        <p:txBody>
          <a:bodyPr>
            <a:normAutofit/>
          </a:bodyPr>
          <a:lstStyle/>
          <a:p>
            <a:pPr algn="ctr">
              <a:buNone/>
            </a:pPr>
            <a:r>
              <a:rPr lang="en-US" sz="6000">
                <a:solidFill>
                  <a:srgbClr val="002060"/>
                </a:solidFill>
              </a:rPr>
              <a:t>Share your responses with the class. </a:t>
            </a:r>
            <a:endParaRPr lang="en-GB" sz="6000">
              <a:solidFill>
                <a:srgbClr val="002060"/>
              </a:solidFill>
            </a:endParaRPr>
          </a:p>
        </p:txBody>
      </p:sp>
      <p:pic>
        <p:nvPicPr>
          <p:cNvPr id="3074" name="Picture 2" descr="http://cdn.freecoloringsheets.net/samples/Study/Thinking_Boy.png"/>
          <p:cNvPicPr>
            <a:picLocks noChangeAspect="1" noChangeArrowheads="1"/>
          </p:cNvPicPr>
          <p:nvPr/>
        </p:nvPicPr>
        <p:blipFill>
          <a:blip r:embed="rId3" cstate="print"/>
          <a:srcRect/>
          <a:stretch>
            <a:fillRect/>
          </a:stretch>
        </p:blipFill>
        <p:spPr bwMode="auto">
          <a:xfrm>
            <a:off x="0" y="3728442"/>
            <a:ext cx="2857500" cy="2857500"/>
          </a:xfrm>
          <a:prstGeom prst="rect">
            <a:avLst/>
          </a:prstGeom>
          <a:noFill/>
        </p:spPr>
      </p:pic>
      <p:pic>
        <p:nvPicPr>
          <p:cNvPr id="5" name="Picture 2" descr="http://cdn.freecoloringsheets.net/samples/Study/Thinking_Boy.png"/>
          <p:cNvPicPr>
            <a:picLocks noChangeAspect="1" noChangeArrowheads="1"/>
          </p:cNvPicPr>
          <p:nvPr/>
        </p:nvPicPr>
        <p:blipFill>
          <a:blip r:embed="rId3" cstate="print"/>
          <a:srcRect/>
          <a:stretch>
            <a:fillRect/>
          </a:stretch>
        </p:blipFill>
        <p:spPr bwMode="auto">
          <a:xfrm>
            <a:off x="6286500" y="3728442"/>
            <a:ext cx="2857500" cy="2857500"/>
          </a:xfrm>
          <a:prstGeom prst="rect">
            <a:avLst/>
          </a:prstGeom>
          <a:noFill/>
        </p:spPr>
      </p:pic>
    </p:spTree>
    <p:extLst>
      <p:ext uri="{BB962C8B-B14F-4D97-AF65-F5344CB8AC3E}">
        <p14:creationId xmlns:p14="http://schemas.microsoft.com/office/powerpoint/2010/main" val="224570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8" dur="5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edge.alluremedia.com.au/m/l/2015/10/GrowthMindset.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606"/>
          <a:stretch/>
        </p:blipFill>
        <p:spPr bwMode="auto">
          <a:xfrm>
            <a:off x="1043608" y="1689221"/>
            <a:ext cx="6715041" cy="406447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51520" y="1442987"/>
            <a:ext cx="2555776" cy="1296144"/>
          </a:xfrm>
          <a:prstGeom prst="rect">
            <a:avLst/>
          </a:prstGeom>
          <a:solidFill>
            <a:srgbClr val="7030A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3200" b="1">
                <a:latin typeface="+mj-lt"/>
              </a:rPr>
              <a:t>What is the picture of?</a:t>
            </a:r>
          </a:p>
        </p:txBody>
      </p:sp>
      <p:sp>
        <p:nvSpPr>
          <p:cNvPr id="8" name="Rectangle 7"/>
          <p:cNvSpPr/>
          <p:nvPr/>
        </p:nvSpPr>
        <p:spPr>
          <a:xfrm>
            <a:off x="547359" y="4457548"/>
            <a:ext cx="2555776" cy="1296144"/>
          </a:xfrm>
          <a:prstGeom prst="rect">
            <a:avLst/>
          </a:prstGeom>
          <a:solidFill>
            <a:srgbClr val="FFFF99"/>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400" b="1">
                <a:solidFill>
                  <a:schemeClr val="tx1"/>
                </a:solidFill>
                <a:latin typeface="+mj-lt"/>
              </a:rPr>
              <a:t>What is most interesting about the picture? Why?</a:t>
            </a:r>
          </a:p>
        </p:txBody>
      </p:sp>
      <p:sp>
        <p:nvSpPr>
          <p:cNvPr id="9" name="Rectangle 8"/>
          <p:cNvSpPr/>
          <p:nvPr/>
        </p:nvSpPr>
        <p:spPr>
          <a:xfrm>
            <a:off x="6156176" y="4520707"/>
            <a:ext cx="2555776" cy="1296144"/>
          </a:xfrm>
          <a:prstGeom prst="rect">
            <a:avLst/>
          </a:prstGeom>
          <a:solidFill>
            <a:srgbClr val="FF6699"/>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400" b="1">
                <a:latin typeface="+mj-lt"/>
              </a:rPr>
              <a:t>How could this picture apply to your learning?</a:t>
            </a:r>
          </a:p>
        </p:txBody>
      </p:sp>
      <p:sp>
        <p:nvSpPr>
          <p:cNvPr id="10" name="Rectangle 9"/>
          <p:cNvSpPr/>
          <p:nvPr/>
        </p:nvSpPr>
        <p:spPr>
          <a:xfrm>
            <a:off x="6156176" y="1442987"/>
            <a:ext cx="2555776" cy="1296144"/>
          </a:xfrm>
          <a:prstGeom prst="rect">
            <a:avLst/>
          </a:prstGeom>
          <a:solidFill>
            <a:srgbClr val="00B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2000" b="1">
                <a:latin typeface="+mj-lt"/>
              </a:rPr>
              <a:t>If you had to describe the picture in two words, which would you choose?</a:t>
            </a:r>
          </a:p>
        </p:txBody>
      </p:sp>
    </p:spTree>
    <p:extLst>
      <p:ext uri="{BB962C8B-B14F-4D97-AF65-F5344CB8AC3E}">
        <p14:creationId xmlns:p14="http://schemas.microsoft.com/office/powerpoint/2010/main" val="256484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44861" y="181392"/>
            <a:ext cx="3600400" cy="6495216"/>
          </a:xfrm>
          <a:solidFill>
            <a:schemeClr val="bg1"/>
          </a:solidFill>
        </p:spPr>
        <p:txBody>
          <a:bodyPr anchor="ctr">
            <a:noAutofit/>
          </a:bodyPr>
          <a:lstStyle/>
          <a:p>
            <a:pPr>
              <a:buFont typeface="+mj-lt"/>
              <a:buAutoNum type="arabicPeriod"/>
            </a:pPr>
            <a:r>
              <a:rPr lang="en-GB" sz="1400" dirty="0"/>
              <a:t>‘This just isn’t for me.’ </a:t>
            </a:r>
          </a:p>
          <a:p>
            <a:pPr>
              <a:buFont typeface="+mj-lt"/>
              <a:buAutoNum type="arabicPeriod"/>
            </a:pPr>
            <a:endParaRPr lang="en-GB" sz="1400" dirty="0"/>
          </a:p>
          <a:p>
            <a:pPr>
              <a:buFont typeface="+mj-lt"/>
              <a:buAutoNum type="arabicPeriod"/>
            </a:pPr>
            <a:r>
              <a:rPr lang="en-GB" sz="1400" dirty="0"/>
              <a:t>‘I going to learn how to draw.’ </a:t>
            </a:r>
          </a:p>
          <a:p>
            <a:pPr>
              <a:buFont typeface="+mj-lt"/>
              <a:buAutoNum type="arabicPeriod"/>
            </a:pPr>
            <a:endParaRPr lang="en-GB" sz="1400" dirty="0"/>
          </a:p>
          <a:p>
            <a:pPr>
              <a:buFont typeface="+mj-lt"/>
              <a:buAutoNum type="arabicPeriod"/>
            </a:pPr>
            <a:r>
              <a:rPr lang="en-GB" sz="1400" dirty="0"/>
              <a:t>‘I’m amazing at this already.’ </a:t>
            </a:r>
          </a:p>
          <a:p>
            <a:pPr>
              <a:buFont typeface="+mj-lt"/>
              <a:buAutoNum type="arabicPeriod"/>
            </a:pPr>
            <a:endParaRPr lang="en-GB" sz="1400" dirty="0"/>
          </a:p>
          <a:p>
            <a:pPr>
              <a:buFont typeface="+mj-lt"/>
              <a:buAutoNum type="arabicPeriod"/>
            </a:pPr>
            <a:r>
              <a:rPr lang="en-GB" sz="1400" dirty="0"/>
              <a:t>‘I’ve never been good at Maths.’ </a:t>
            </a:r>
          </a:p>
          <a:p>
            <a:pPr>
              <a:buFont typeface="+mj-lt"/>
              <a:buAutoNum type="arabicPeriod"/>
            </a:pPr>
            <a:endParaRPr lang="en-GB" sz="1400" dirty="0"/>
          </a:p>
          <a:p>
            <a:pPr>
              <a:buFont typeface="+mj-lt"/>
              <a:buAutoNum type="arabicPeriod"/>
            </a:pPr>
            <a:r>
              <a:rPr lang="en-GB" sz="1400" dirty="0"/>
              <a:t>‘I’m going to train myself to do this.’</a:t>
            </a:r>
          </a:p>
          <a:p>
            <a:pPr>
              <a:buFont typeface="+mj-lt"/>
              <a:buAutoNum type="arabicPeriod"/>
            </a:pPr>
            <a:endParaRPr lang="en-GB" sz="1400" dirty="0"/>
          </a:p>
          <a:p>
            <a:pPr>
              <a:buFont typeface="+mj-lt"/>
              <a:buAutoNum type="arabicPeriod"/>
            </a:pPr>
            <a:r>
              <a:rPr lang="en-GB" sz="1400" dirty="0"/>
              <a:t>‘If this way doesn’t work – I can always try something else.’ </a:t>
            </a:r>
          </a:p>
          <a:p>
            <a:pPr>
              <a:buFont typeface="+mj-lt"/>
              <a:buAutoNum type="arabicPeriod"/>
            </a:pPr>
            <a:endParaRPr lang="en-GB" sz="1400" dirty="0"/>
          </a:p>
          <a:p>
            <a:pPr>
              <a:buFont typeface="+mj-lt"/>
              <a:buAutoNum type="arabicPeriod"/>
            </a:pPr>
            <a:r>
              <a:rPr lang="en-GB" sz="1400" dirty="0"/>
              <a:t>‘English is the only subject I’m good at.’</a:t>
            </a:r>
          </a:p>
          <a:p>
            <a:pPr>
              <a:buFont typeface="+mj-lt"/>
              <a:buAutoNum type="arabicPeriod"/>
            </a:pPr>
            <a:endParaRPr lang="en-GB" sz="1400" dirty="0"/>
          </a:p>
          <a:p>
            <a:pPr>
              <a:buFont typeface="+mj-lt"/>
              <a:buAutoNum type="arabicPeriod"/>
            </a:pPr>
            <a:r>
              <a:rPr lang="en-GB" sz="1400" dirty="0"/>
              <a:t>‘I’m much better at sport than school.’ </a:t>
            </a:r>
          </a:p>
          <a:p>
            <a:pPr>
              <a:buFont typeface="+mj-lt"/>
              <a:buAutoNum type="arabicPeriod"/>
            </a:pPr>
            <a:endParaRPr lang="en-GB" sz="1400" dirty="0"/>
          </a:p>
          <a:p>
            <a:pPr>
              <a:buFont typeface="+mj-lt"/>
              <a:buAutoNum type="arabicPeriod"/>
            </a:pPr>
            <a:r>
              <a:rPr lang="en-GB" sz="1400" dirty="0"/>
              <a:t>‘I’m not clever enough to do this.’ </a:t>
            </a:r>
          </a:p>
          <a:p>
            <a:pPr>
              <a:buFont typeface="+mj-lt"/>
              <a:buAutoNum type="arabicPeriod"/>
            </a:pPr>
            <a:endParaRPr lang="en-GB" sz="1400" dirty="0"/>
          </a:p>
          <a:p>
            <a:pPr>
              <a:buFont typeface="+mj-lt"/>
              <a:buAutoNum type="arabicPeriod"/>
            </a:pPr>
            <a:r>
              <a:rPr lang="en-GB" sz="1400" dirty="0"/>
              <a:t>‘I’m not good at this.’ </a:t>
            </a:r>
          </a:p>
          <a:p>
            <a:pPr>
              <a:buFont typeface="+mj-lt"/>
              <a:buAutoNum type="arabicPeriod"/>
            </a:pPr>
            <a:endParaRPr lang="en-GB" sz="1400" dirty="0"/>
          </a:p>
          <a:p>
            <a:pPr>
              <a:buFont typeface="+mj-lt"/>
              <a:buAutoNum type="arabicPeriod"/>
            </a:pPr>
            <a:r>
              <a:rPr lang="en-GB" sz="1400" dirty="0"/>
              <a:t>‘I know I can do this.’ </a:t>
            </a:r>
          </a:p>
          <a:p>
            <a:pPr>
              <a:buFont typeface="+mj-lt"/>
              <a:buAutoNum type="arabicPeriod"/>
            </a:pPr>
            <a:endParaRPr lang="en-GB" sz="1400" dirty="0"/>
          </a:p>
          <a:p>
            <a:pPr>
              <a:buFont typeface="+mj-lt"/>
              <a:buAutoNum type="arabicPeriod"/>
            </a:pPr>
            <a:r>
              <a:rPr lang="en-GB" sz="1400" dirty="0"/>
              <a:t>‘This</a:t>
            </a:r>
            <a:r>
              <a:rPr lang="en-GB" sz="1400" baseline="0" dirty="0"/>
              <a:t> might be difficult, but I am capable of getting this done.’</a:t>
            </a:r>
            <a:endParaRPr lang="en-GB" sz="1400" dirty="0"/>
          </a:p>
        </p:txBody>
      </p:sp>
      <p:sp>
        <p:nvSpPr>
          <p:cNvPr id="6" name="Rectangle 5"/>
          <p:cNvSpPr/>
          <p:nvPr/>
        </p:nvSpPr>
        <p:spPr>
          <a:xfrm>
            <a:off x="4932040" y="1556792"/>
            <a:ext cx="3888432" cy="4784104"/>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GB" sz="2800"/>
              <a:t>Sort the statements into two columns. </a:t>
            </a:r>
          </a:p>
          <a:p>
            <a:pPr algn="ctr"/>
            <a:endParaRPr lang="en-GB" sz="2800"/>
          </a:p>
          <a:p>
            <a:pPr algn="ctr"/>
            <a:r>
              <a:rPr lang="en-GB" sz="2800"/>
              <a:t>You can decide the title of the two columns. </a:t>
            </a:r>
          </a:p>
          <a:p>
            <a:pPr algn="ctr"/>
            <a:endParaRPr lang="en-GB" sz="2800"/>
          </a:p>
          <a:p>
            <a:pPr algn="ctr"/>
            <a:r>
              <a:rPr lang="en-GB" sz="2800"/>
              <a:t>Are there any phrases which you find yourself using regularly? Highlight them. </a:t>
            </a:r>
          </a:p>
        </p:txBody>
      </p:sp>
      <p:sp>
        <p:nvSpPr>
          <p:cNvPr id="2" name="Title 1"/>
          <p:cNvSpPr>
            <a:spLocks noGrp="1"/>
          </p:cNvSpPr>
          <p:nvPr>
            <p:ph type="title"/>
          </p:nvPr>
        </p:nvSpPr>
        <p:spPr>
          <a:xfrm>
            <a:off x="3995936" y="908720"/>
            <a:ext cx="2376264" cy="832520"/>
          </a:xfrm>
          <a:solidFill>
            <a:schemeClr val="bg1"/>
          </a:solidFill>
        </p:spPr>
        <p:txBody>
          <a:bodyPr>
            <a:normAutofit/>
          </a:bodyPr>
          <a:lstStyle/>
          <a:p>
            <a:r>
              <a:rPr lang="en-GB" b="1">
                <a:solidFill>
                  <a:srgbClr val="00B050"/>
                </a:solidFill>
              </a:rPr>
              <a:t>In pairs: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A7960381-265C-5D25-AF7B-EE2E478A19B0}"/>
                  </a:ext>
                </a:extLst>
              </p14:cNvPr>
              <p14:cNvContentPartPr/>
              <p14:nvPr/>
            </p14:nvContentPartPr>
            <p14:xfrm>
              <a:off x="449139" y="919262"/>
              <a:ext cx="2857680" cy="31320"/>
            </p14:xfrm>
          </p:contentPart>
        </mc:Choice>
        <mc:Fallback>
          <p:pic>
            <p:nvPicPr>
              <p:cNvPr id="3" name="Ink 2">
                <a:extLst>
                  <a:ext uri="{FF2B5EF4-FFF2-40B4-BE49-F238E27FC236}">
                    <a16:creationId xmlns:a16="http://schemas.microsoft.com/office/drawing/2014/main" id="{A7960381-265C-5D25-AF7B-EE2E478A19B0}"/>
                  </a:ext>
                </a:extLst>
              </p:cNvPr>
              <p:cNvPicPr/>
              <p:nvPr/>
            </p:nvPicPr>
            <p:blipFill>
              <a:blip r:embed="rId4"/>
              <a:stretch>
                <a:fillRect/>
              </a:stretch>
            </p:blipFill>
            <p:spPr>
              <a:xfrm>
                <a:off x="395499" y="811622"/>
                <a:ext cx="296532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3BEB00EC-3473-8357-F018-2E555354A7D3}"/>
                  </a:ext>
                </a:extLst>
              </p14:cNvPr>
              <p14:cNvContentPartPr/>
              <p14:nvPr/>
            </p14:nvContentPartPr>
            <p14:xfrm>
              <a:off x="939819" y="2323262"/>
              <a:ext cx="2707560" cy="131040"/>
            </p14:xfrm>
          </p:contentPart>
        </mc:Choice>
        <mc:Fallback>
          <p:pic>
            <p:nvPicPr>
              <p:cNvPr id="4" name="Ink 3">
                <a:extLst>
                  <a:ext uri="{FF2B5EF4-FFF2-40B4-BE49-F238E27FC236}">
                    <a16:creationId xmlns:a16="http://schemas.microsoft.com/office/drawing/2014/main" id="{3BEB00EC-3473-8357-F018-2E555354A7D3}"/>
                  </a:ext>
                </a:extLst>
              </p:cNvPr>
              <p:cNvPicPr/>
              <p:nvPr/>
            </p:nvPicPr>
            <p:blipFill>
              <a:blip r:embed="rId6"/>
              <a:stretch>
                <a:fillRect/>
              </a:stretch>
            </p:blipFill>
            <p:spPr>
              <a:xfrm>
                <a:off x="885819" y="2215622"/>
                <a:ext cx="2815200" cy="346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5CC2FFCF-9599-D41D-2A81-3E7D9403D331}"/>
                  </a:ext>
                </a:extLst>
              </p14:cNvPr>
              <p14:cNvContentPartPr/>
              <p14:nvPr/>
            </p14:nvContentPartPr>
            <p14:xfrm>
              <a:off x="677739" y="2780102"/>
              <a:ext cx="3513960" cy="460440"/>
            </p14:xfrm>
          </p:contentPart>
        </mc:Choice>
        <mc:Fallback>
          <p:pic>
            <p:nvPicPr>
              <p:cNvPr id="7" name="Ink 6">
                <a:extLst>
                  <a:ext uri="{FF2B5EF4-FFF2-40B4-BE49-F238E27FC236}">
                    <a16:creationId xmlns:a16="http://schemas.microsoft.com/office/drawing/2014/main" id="{5CC2FFCF-9599-D41D-2A81-3E7D9403D331}"/>
                  </a:ext>
                </a:extLst>
              </p:cNvPr>
              <p:cNvPicPr/>
              <p:nvPr/>
            </p:nvPicPr>
            <p:blipFill>
              <a:blip r:embed="rId8"/>
              <a:stretch>
                <a:fillRect/>
              </a:stretch>
            </p:blipFill>
            <p:spPr>
              <a:xfrm>
                <a:off x="623739" y="2672102"/>
                <a:ext cx="3621600" cy="6760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E007E51B-B639-B10E-1E0E-1EABC009147D}"/>
                  </a:ext>
                </a:extLst>
              </p14:cNvPr>
              <p14:cNvContentPartPr/>
              <p14:nvPr/>
            </p14:nvContentPartPr>
            <p14:xfrm>
              <a:off x="592779" y="5612222"/>
              <a:ext cx="2061000" cy="201240"/>
            </p14:xfrm>
          </p:contentPart>
        </mc:Choice>
        <mc:Fallback>
          <p:pic>
            <p:nvPicPr>
              <p:cNvPr id="8" name="Ink 7">
                <a:extLst>
                  <a:ext uri="{FF2B5EF4-FFF2-40B4-BE49-F238E27FC236}">
                    <a16:creationId xmlns:a16="http://schemas.microsoft.com/office/drawing/2014/main" id="{E007E51B-B639-B10E-1E0E-1EABC009147D}"/>
                  </a:ext>
                </a:extLst>
              </p:cNvPr>
              <p:cNvPicPr/>
              <p:nvPr/>
            </p:nvPicPr>
            <p:blipFill>
              <a:blip r:embed="rId10"/>
              <a:stretch>
                <a:fillRect/>
              </a:stretch>
            </p:blipFill>
            <p:spPr>
              <a:xfrm>
                <a:off x="538779" y="5504582"/>
                <a:ext cx="2168640" cy="4168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517BE782-A1D4-80FB-7F41-200DC67F292F}"/>
                  </a:ext>
                </a:extLst>
              </p14:cNvPr>
              <p14:cNvContentPartPr/>
              <p14:nvPr/>
            </p14:nvContentPartPr>
            <p14:xfrm>
              <a:off x="1117299" y="6367142"/>
              <a:ext cx="1538640" cy="95760"/>
            </p14:xfrm>
          </p:contentPart>
        </mc:Choice>
        <mc:Fallback>
          <p:pic>
            <p:nvPicPr>
              <p:cNvPr id="9" name="Ink 8">
                <a:extLst>
                  <a:ext uri="{FF2B5EF4-FFF2-40B4-BE49-F238E27FC236}">
                    <a16:creationId xmlns:a16="http://schemas.microsoft.com/office/drawing/2014/main" id="{517BE782-A1D4-80FB-7F41-200DC67F292F}"/>
                  </a:ext>
                </a:extLst>
              </p:cNvPr>
              <p:cNvPicPr/>
              <p:nvPr/>
            </p:nvPicPr>
            <p:blipFill>
              <a:blip r:embed="rId12"/>
              <a:stretch>
                <a:fillRect/>
              </a:stretch>
            </p:blipFill>
            <p:spPr>
              <a:xfrm>
                <a:off x="1063299" y="6259502"/>
                <a:ext cx="1646280" cy="3114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F4C75432-FBA3-CFF6-BF46-D2FC41A7E606}"/>
                  </a:ext>
                </a:extLst>
              </p14:cNvPr>
              <p14:cNvContentPartPr/>
              <p14:nvPr/>
            </p14:nvContentPartPr>
            <p14:xfrm>
              <a:off x="167979" y="6117302"/>
              <a:ext cx="3686400" cy="485640"/>
            </p14:xfrm>
          </p:contentPart>
        </mc:Choice>
        <mc:Fallback>
          <p:pic>
            <p:nvPicPr>
              <p:cNvPr id="10" name="Ink 9">
                <a:extLst>
                  <a:ext uri="{FF2B5EF4-FFF2-40B4-BE49-F238E27FC236}">
                    <a16:creationId xmlns:a16="http://schemas.microsoft.com/office/drawing/2014/main" id="{F4C75432-FBA3-CFF6-BF46-D2FC41A7E606}"/>
                  </a:ext>
                </a:extLst>
              </p:cNvPr>
              <p:cNvPicPr/>
              <p:nvPr/>
            </p:nvPicPr>
            <p:blipFill>
              <a:blip r:embed="rId14"/>
              <a:stretch>
                <a:fillRect/>
              </a:stretch>
            </p:blipFill>
            <p:spPr>
              <a:xfrm>
                <a:off x="113979" y="6009662"/>
                <a:ext cx="3794040" cy="701280"/>
              </a:xfrm>
              <a:prstGeom prst="rect">
                <a:avLst/>
              </a:prstGeom>
            </p:spPr>
          </p:pic>
        </mc:Fallback>
      </mc:AlternateContent>
    </p:spTree>
    <p:extLst>
      <p:ext uri="{BB962C8B-B14F-4D97-AF65-F5344CB8AC3E}">
        <p14:creationId xmlns:p14="http://schemas.microsoft.com/office/powerpoint/2010/main" val="3715786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882163708"/>
              </p:ext>
            </p:extLst>
          </p:nvPr>
        </p:nvGraphicFramePr>
        <p:xfrm>
          <a:off x="203865" y="497620"/>
          <a:ext cx="6480720" cy="4273084"/>
        </p:xfrm>
        <a:graphic>
          <a:graphicData uri="http://schemas.openxmlformats.org/drawingml/2006/table">
            <a:tbl>
              <a:tblPr firstRow="1" bandRow="1">
                <a:tableStyleId>{3C2FFA5D-87B4-456A-9821-1D502468CF0F}</a:tableStyleId>
              </a:tblPr>
              <a:tblGrid>
                <a:gridCol w="3251301">
                  <a:extLst>
                    <a:ext uri="{9D8B030D-6E8A-4147-A177-3AD203B41FA5}">
                      <a16:colId xmlns:a16="http://schemas.microsoft.com/office/drawing/2014/main" val="20000"/>
                    </a:ext>
                  </a:extLst>
                </a:gridCol>
                <a:gridCol w="3229419">
                  <a:extLst>
                    <a:ext uri="{9D8B030D-6E8A-4147-A177-3AD203B41FA5}">
                      <a16:colId xmlns:a16="http://schemas.microsoft.com/office/drawing/2014/main" val="20001"/>
                    </a:ext>
                  </a:extLst>
                </a:gridCol>
              </a:tblGrid>
              <a:tr h="463103">
                <a:tc>
                  <a:txBody>
                    <a:bodyPr/>
                    <a:lstStyle/>
                    <a:p>
                      <a:pPr algn="ctr"/>
                      <a:r>
                        <a:rPr lang="en-GB" sz="1600" b="1">
                          <a:effectLst>
                            <a:outerShdw blurRad="38100" dist="38100" dir="2700000" algn="tl">
                              <a:srgbClr val="000000">
                                <a:alpha val="43137"/>
                              </a:srgbClr>
                            </a:outerShdw>
                          </a:effectLst>
                        </a:rPr>
                        <a:t>______________________</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600" b="1">
                          <a:effectLst>
                            <a:outerShdw blurRad="38100" dist="38100" dir="2700000" algn="tl">
                              <a:srgbClr val="000000">
                                <a:alpha val="43137"/>
                              </a:srgbClr>
                            </a:outerShdw>
                          </a:effectLst>
                        </a:rPr>
                        <a:t>_______________________</a:t>
                      </a:r>
                    </a:p>
                  </a:txBody>
                  <a:tcPr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4631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‘This just isn’t for me.’ </a:t>
                      </a:r>
                    </a:p>
                  </a:txBody>
                  <a:tcPr>
                    <a:lnT w="12700" cap="flat" cmpd="sng" algn="ctr">
                      <a:solidFill>
                        <a:schemeClr val="tx1"/>
                      </a:solidFill>
                      <a:prstDash val="solid"/>
                      <a:round/>
                      <a:headEnd type="none" w="med" len="med"/>
                      <a:tailEnd type="none" w="med" len="med"/>
                    </a:lnT>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 going to learn how to draw.’ </a:t>
                      </a:r>
                    </a:p>
                  </a:txBody>
                  <a:tcPr/>
                </a:tc>
                <a:extLst>
                  <a:ext uri="{0D108BD9-81ED-4DB2-BD59-A6C34878D82A}">
                    <a16:rowId xmlns:a16="http://schemas.microsoft.com/office/drawing/2014/main" val="10001"/>
                  </a:ext>
                </a:extLst>
              </a:tr>
              <a:tr h="4631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‘I’ve never been good at Maths.’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‘I’m going to train myself to do this.’</a:t>
                      </a:r>
                    </a:p>
                  </a:txBody>
                  <a:tcPr/>
                </a:tc>
                <a:extLst>
                  <a:ext uri="{0D108BD9-81ED-4DB2-BD59-A6C34878D82A}">
                    <a16:rowId xmlns:a16="http://schemas.microsoft.com/office/drawing/2014/main" val="10002"/>
                  </a:ext>
                </a:extLst>
              </a:tr>
              <a:tr h="7993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‘English is the only subject I’m good at.’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‘If this way doesn’t work, I can always try something else.’ </a:t>
                      </a:r>
                    </a:p>
                  </a:txBody>
                  <a:tcPr/>
                </a:tc>
                <a:extLst>
                  <a:ext uri="{0D108BD9-81ED-4DB2-BD59-A6C34878D82A}">
                    <a16:rowId xmlns:a16="http://schemas.microsoft.com/office/drawing/2014/main" val="10003"/>
                  </a:ext>
                </a:extLst>
              </a:tr>
              <a:tr h="4631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‘I’m much better at sport than school.’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 know I can do this.’ </a:t>
                      </a:r>
                    </a:p>
                  </a:txBody>
                  <a:tcPr/>
                </a:tc>
                <a:extLst>
                  <a:ext uri="{0D108BD9-81ED-4DB2-BD59-A6C34878D82A}">
                    <a16:rowId xmlns:a16="http://schemas.microsoft.com/office/drawing/2014/main" val="10004"/>
                  </a:ext>
                </a:extLst>
              </a:tr>
              <a:tr h="48188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‘I’m not good at this.’ </a:t>
                      </a:r>
                    </a:p>
                  </a:txBody>
                  <a:tcPr/>
                </a:tc>
                <a:tc>
                  <a:txBody>
                    <a:bodyPr/>
                    <a:lstStyle/>
                    <a:p>
                      <a:r>
                        <a:rPr lang="en-GB" sz="1600"/>
                        <a:t>‘This</a:t>
                      </a:r>
                      <a:r>
                        <a:rPr lang="en-GB" sz="1600" baseline="0"/>
                        <a:t> might be difficult, but I am capable of getting this done.’</a:t>
                      </a:r>
                      <a:endParaRPr lang="en-GB" sz="1600"/>
                    </a:p>
                  </a:txBody>
                  <a:tcPr/>
                </a:tc>
                <a:extLst>
                  <a:ext uri="{0D108BD9-81ED-4DB2-BD59-A6C34878D82A}">
                    <a16:rowId xmlns:a16="http://schemas.microsoft.com/office/drawing/2014/main" val="10005"/>
                  </a:ext>
                </a:extLst>
              </a:tr>
              <a:tr h="4631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a:t>‘I’m</a:t>
                      </a:r>
                      <a:r>
                        <a:rPr lang="en-GB" sz="1600" baseline="0"/>
                        <a:t> not clever enough to do this.’ </a:t>
                      </a:r>
                      <a:endParaRPr lang="en-GB" sz="160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600"/>
                    </a:p>
                  </a:txBody>
                  <a:tcPr/>
                </a:tc>
                <a:extLst>
                  <a:ext uri="{0D108BD9-81ED-4DB2-BD59-A6C34878D82A}">
                    <a16:rowId xmlns:a16="http://schemas.microsoft.com/office/drawing/2014/main" val="10006"/>
                  </a:ext>
                </a:extLst>
              </a:tr>
              <a:tr h="4631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600" b="1">
                          <a:solidFill>
                            <a:srgbClr val="00B050"/>
                          </a:solidFill>
                        </a:rPr>
                        <a:t>‘I’m amazing at this</a:t>
                      </a:r>
                      <a:r>
                        <a:rPr lang="en-GB" sz="1600" b="1" baseline="0">
                          <a:solidFill>
                            <a:srgbClr val="00B050"/>
                          </a:solidFill>
                        </a:rPr>
                        <a:t> already.’ </a:t>
                      </a:r>
                      <a:endParaRPr lang="en-GB" sz="1600" b="1">
                        <a:solidFill>
                          <a:srgbClr val="00B050"/>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600"/>
                    </a:p>
                  </a:txBody>
                  <a:tcPr/>
                </a:tc>
                <a:extLst>
                  <a:ext uri="{0D108BD9-81ED-4DB2-BD59-A6C34878D82A}">
                    <a16:rowId xmlns:a16="http://schemas.microsoft.com/office/drawing/2014/main" val="10007"/>
                  </a:ext>
                </a:extLst>
              </a:tr>
            </a:tbl>
          </a:graphicData>
        </a:graphic>
      </p:graphicFrame>
      <p:sp>
        <p:nvSpPr>
          <p:cNvPr id="5" name="Rectangle 4"/>
          <p:cNvSpPr/>
          <p:nvPr/>
        </p:nvSpPr>
        <p:spPr>
          <a:xfrm>
            <a:off x="214007" y="4941168"/>
            <a:ext cx="8784976" cy="1268760"/>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marL="342900" indent="-342900">
              <a:buFont typeface="+mj-lt"/>
              <a:buAutoNum type="arabicPeriod"/>
            </a:pPr>
            <a:r>
              <a:rPr lang="en-GB" sz="2000"/>
              <a:t>What is the difference between the two sets of statements?</a:t>
            </a:r>
          </a:p>
          <a:p>
            <a:pPr marL="342900" indent="-342900">
              <a:buFont typeface="+mj-lt"/>
              <a:buAutoNum type="arabicPeriod"/>
            </a:pPr>
            <a:r>
              <a:rPr lang="en-GB" sz="2000"/>
              <a:t>How do you think someone who says each set would feel about challenges?</a:t>
            </a:r>
          </a:p>
          <a:p>
            <a:pPr marL="342900" indent="-342900">
              <a:buFont typeface="+mj-lt"/>
              <a:buAutoNum type="arabicPeriod"/>
            </a:pPr>
            <a:r>
              <a:rPr lang="en-GB" sz="2000"/>
              <a:t>Why do you think it’s important to choose the statements that we say wisely?</a:t>
            </a:r>
          </a:p>
          <a:p>
            <a:pPr marL="342900" indent="-342900">
              <a:buFont typeface="+mj-lt"/>
              <a:buAutoNum type="arabicPeriod"/>
            </a:pPr>
            <a:r>
              <a:rPr lang="en-GB" sz="2000"/>
              <a:t>Which set of statements do you think you use?</a:t>
            </a:r>
          </a:p>
        </p:txBody>
      </p:sp>
    </p:spTree>
    <p:extLst>
      <p:ext uri="{BB962C8B-B14F-4D97-AF65-F5344CB8AC3E}">
        <p14:creationId xmlns:p14="http://schemas.microsoft.com/office/powerpoint/2010/main" val="3941622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69" y="980728"/>
            <a:ext cx="8784976" cy="1714373"/>
          </a:xfrm>
          <a:solidFill>
            <a:schemeClr val="accent5">
              <a:lumMod val="20000"/>
              <a:lumOff val="80000"/>
            </a:schemeClr>
          </a:solidFill>
          <a:ln w="28575">
            <a:solidFill>
              <a:schemeClr val="tx1"/>
            </a:solidFill>
          </a:ln>
        </p:spPr>
        <p:txBody>
          <a:bodyPr anchor="ctr">
            <a:normAutofit fontScale="62500" lnSpcReduction="20000"/>
          </a:bodyPr>
          <a:lstStyle/>
          <a:p>
            <a:pPr marL="0" indent="0" algn="ctr">
              <a:buNone/>
            </a:pPr>
            <a:r>
              <a:rPr lang="en-GB"/>
              <a:t>Everything we have talked about so far is to do with…</a:t>
            </a:r>
            <a:r>
              <a:rPr lang="en-GB" sz="6500" b="1" u="sng"/>
              <a:t>mindset. </a:t>
            </a:r>
          </a:p>
          <a:p>
            <a:pPr marL="0" indent="0" algn="ctr">
              <a:buNone/>
            </a:pPr>
            <a:endParaRPr lang="en-GB"/>
          </a:p>
          <a:p>
            <a:pPr marL="0" indent="0" algn="ctr">
              <a:buNone/>
            </a:pPr>
            <a:r>
              <a:rPr lang="en-GB"/>
              <a:t>Mindset is </a:t>
            </a:r>
            <a:r>
              <a:rPr lang="en-GB" b="1" u="sng"/>
              <a:t>our attitude, outlook and mentality</a:t>
            </a:r>
            <a:r>
              <a:rPr lang="en-GB"/>
              <a:t> toward life. It is the way we think about events in our lives, the way we deal with difficulties and challenges and it’s the way we think about ourselves. There are </a:t>
            </a:r>
            <a:r>
              <a:rPr lang="en-GB" b="1" u="sng"/>
              <a:t>two different types of mindset</a:t>
            </a:r>
            <a:r>
              <a:rPr lang="en-GB"/>
              <a:t>. </a:t>
            </a:r>
          </a:p>
        </p:txBody>
      </p:sp>
      <p:pic>
        <p:nvPicPr>
          <p:cNvPr id="2050" name="Picture 2" descr="http://www.big-change.org/wp-content/uploads/Screen-Shot-2015-11-27-at-11.37.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2884413"/>
            <a:ext cx="6343650" cy="39719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07232" y="2913290"/>
            <a:ext cx="3171825" cy="3744416"/>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a:solidFill>
                  <a:schemeClr val="tx1"/>
                </a:solidFill>
              </a:rPr>
              <a:t>Growth </a:t>
            </a:r>
            <a:r>
              <a:rPr lang="en-GB" sz="1500" err="1">
                <a:solidFill>
                  <a:schemeClr val="tx1"/>
                </a:solidFill>
              </a:rPr>
              <a:t>mindset</a:t>
            </a:r>
            <a:r>
              <a:rPr lang="en-GB" sz="1500">
                <a:solidFill>
                  <a:schemeClr val="tx1"/>
                </a:solidFill>
              </a:rPr>
              <a:t> is the belief that intelligence and skill are not things which we are born with. </a:t>
            </a:r>
          </a:p>
          <a:p>
            <a:pPr algn="ctr"/>
            <a:endParaRPr lang="en-GB" sz="1500">
              <a:solidFill>
                <a:schemeClr val="tx1"/>
              </a:solidFill>
            </a:endParaRPr>
          </a:p>
          <a:p>
            <a:pPr algn="ctr"/>
            <a:r>
              <a:rPr lang="en-GB" sz="1500">
                <a:solidFill>
                  <a:schemeClr val="tx1"/>
                </a:solidFill>
              </a:rPr>
              <a:t>It is the idea that we are always able to develop and grow our skills – both in things we enjoy and new things which we have yet to try. </a:t>
            </a:r>
          </a:p>
          <a:p>
            <a:pPr algn="ctr"/>
            <a:endParaRPr lang="en-GB" sz="1500">
              <a:solidFill>
                <a:schemeClr val="tx1"/>
              </a:solidFill>
            </a:endParaRPr>
          </a:p>
          <a:p>
            <a:pPr algn="ctr"/>
            <a:r>
              <a:rPr lang="en-GB" sz="1500">
                <a:solidFill>
                  <a:schemeClr val="tx1"/>
                </a:solidFill>
              </a:rPr>
              <a:t>Growth </a:t>
            </a:r>
            <a:r>
              <a:rPr lang="en-GB" sz="1500" err="1">
                <a:solidFill>
                  <a:schemeClr val="tx1"/>
                </a:solidFill>
              </a:rPr>
              <a:t>mindset</a:t>
            </a:r>
            <a:r>
              <a:rPr lang="en-GB" sz="1500">
                <a:solidFill>
                  <a:schemeClr val="tx1"/>
                </a:solidFill>
              </a:rPr>
              <a:t> is the belief that we can learn, through hard work and effort, to do anything. It sees failure as positive and something which we can learn and improve from. </a:t>
            </a:r>
          </a:p>
        </p:txBody>
      </p:sp>
      <p:sp>
        <p:nvSpPr>
          <p:cNvPr id="6" name="Rectangle 5"/>
          <p:cNvSpPr/>
          <p:nvPr/>
        </p:nvSpPr>
        <p:spPr>
          <a:xfrm>
            <a:off x="4386568" y="2913290"/>
            <a:ext cx="3171825" cy="3744416"/>
          </a:xfrm>
          <a:prstGeom prst="rect">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500">
                <a:solidFill>
                  <a:schemeClr val="bg1"/>
                </a:solidFill>
              </a:rPr>
              <a:t>A fixed </a:t>
            </a:r>
            <a:r>
              <a:rPr lang="en-GB" sz="1500" err="1">
                <a:solidFill>
                  <a:schemeClr val="bg1"/>
                </a:solidFill>
              </a:rPr>
              <a:t>mindset</a:t>
            </a:r>
            <a:r>
              <a:rPr lang="en-GB" sz="1500">
                <a:solidFill>
                  <a:schemeClr val="bg1"/>
                </a:solidFill>
              </a:rPr>
              <a:t> is the belief that we are born with a certain limit to our intelligence and a certain set of skills.</a:t>
            </a:r>
          </a:p>
          <a:p>
            <a:pPr algn="ctr"/>
            <a:endParaRPr lang="en-GB" sz="1500">
              <a:solidFill>
                <a:schemeClr val="bg1"/>
              </a:solidFill>
            </a:endParaRPr>
          </a:p>
          <a:p>
            <a:pPr algn="ctr"/>
            <a:r>
              <a:rPr lang="en-GB" sz="1500">
                <a:solidFill>
                  <a:schemeClr val="bg1"/>
                </a:solidFill>
              </a:rPr>
              <a:t>It is the belief that some people are better at things than others and that we cannot learn a new skill – we are simply ‘good’ at it already or not.</a:t>
            </a:r>
          </a:p>
          <a:p>
            <a:pPr algn="ctr"/>
            <a:endParaRPr lang="en-GB" sz="1500">
              <a:solidFill>
                <a:schemeClr val="bg1"/>
              </a:solidFill>
            </a:endParaRPr>
          </a:p>
          <a:p>
            <a:pPr algn="ctr"/>
            <a:r>
              <a:rPr lang="en-GB" sz="1500">
                <a:solidFill>
                  <a:schemeClr val="bg1"/>
                </a:solidFill>
              </a:rPr>
              <a:t>Someone who has a fixed </a:t>
            </a:r>
            <a:r>
              <a:rPr lang="en-GB" sz="1500" err="1">
                <a:solidFill>
                  <a:schemeClr val="bg1"/>
                </a:solidFill>
              </a:rPr>
              <a:t>mindset</a:t>
            </a:r>
            <a:r>
              <a:rPr lang="en-GB" sz="1500">
                <a:solidFill>
                  <a:schemeClr val="bg1"/>
                </a:solidFill>
              </a:rPr>
              <a:t> will not like to try new things and will avoid challenging themselves. </a:t>
            </a:r>
          </a:p>
          <a:p>
            <a:pPr algn="ctr"/>
            <a:endParaRPr lang="en-GB" sz="1500">
              <a:solidFill>
                <a:schemeClr val="bg1"/>
              </a:solidFill>
            </a:endParaRPr>
          </a:p>
          <a:p>
            <a:pPr algn="ctr"/>
            <a:r>
              <a:rPr lang="en-GB" sz="1500">
                <a:solidFill>
                  <a:schemeClr val="bg1"/>
                </a:solidFill>
              </a:rPr>
              <a:t>They will believe they are good at certain things and are bad at certain things. </a:t>
            </a:r>
          </a:p>
        </p:txBody>
      </p:sp>
      <p:sp>
        <p:nvSpPr>
          <p:cNvPr id="5" name="Title 4"/>
          <p:cNvSpPr>
            <a:spLocks noGrp="1"/>
          </p:cNvSpPr>
          <p:nvPr>
            <p:ph type="title"/>
          </p:nvPr>
        </p:nvSpPr>
        <p:spPr>
          <a:xfrm>
            <a:off x="194393" y="224979"/>
            <a:ext cx="4534991" cy="576064"/>
          </a:xfrm>
          <a:solidFill>
            <a:schemeClr val="bg1"/>
          </a:solidFill>
        </p:spPr>
        <p:txBody>
          <a:bodyPr>
            <a:normAutofit fontScale="90000"/>
          </a:bodyPr>
          <a:lstStyle/>
          <a:p>
            <a:r>
              <a:rPr lang="en-GB" b="1">
                <a:solidFill>
                  <a:srgbClr val="00B050"/>
                </a:solidFill>
              </a:rPr>
              <a:t>Mindset – what is it?</a:t>
            </a:r>
          </a:p>
        </p:txBody>
      </p:sp>
    </p:spTree>
    <p:extLst>
      <p:ext uri="{BB962C8B-B14F-4D97-AF65-F5344CB8AC3E}">
        <p14:creationId xmlns:p14="http://schemas.microsoft.com/office/powerpoint/2010/main" val="1418716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0700" y="980719"/>
            <a:ext cx="4618856" cy="5544616"/>
          </a:xfrm>
          <a:solidFill>
            <a:schemeClr val="bg1"/>
          </a:solidFill>
        </p:spPr>
        <p:txBody>
          <a:bodyPr>
            <a:noAutofit/>
          </a:bodyPr>
          <a:lstStyle/>
          <a:p>
            <a:pPr marL="514350" indent="-514350">
              <a:buFont typeface="+mj-lt"/>
              <a:buAutoNum type="alphaLcParenR"/>
            </a:pPr>
            <a:r>
              <a:rPr lang="en-GB" sz="1700"/>
              <a:t>The brain is like a muscle. You must train it for it to be successful. </a:t>
            </a:r>
          </a:p>
          <a:p>
            <a:pPr marL="514350" indent="-514350">
              <a:buFont typeface="+mj-lt"/>
              <a:buAutoNum type="alphaLcParenR"/>
            </a:pPr>
            <a:endParaRPr lang="en-GB" sz="1700"/>
          </a:p>
          <a:p>
            <a:pPr marL="514350" indent="-514350">
              <a:buFont typeface="+mj-lt"/>
              <a:buAutoNum type="alphaLcParenR"/>
            </a:pPr>
            <a:r>
              <a:rPr lang="en-GB" sz="1700"/>
              <a:t>People who have a growth mindset set believe they are good at certain things and cannot learn anything new. </a:t>
            </a:r>
          </a:p>
          <a:p>
            <a:pPr marL="514350" indent="-514350">
              <a:buFont typeface="+mj-lt"/>
              <a:buAutoNum type="alphaLcParenR"/>
            </a:pPr>
            <a:endParaRPr lang="en-GB" sz="1700"/>
          </a:p>
          <a:p>
            <a:pPr marL="514350" indent="-514350">
              <a:buFont typeface="+mj-lt"/>
              <a:buAutoNum type="alphaLcParenR"/>
            </a:pPr>
            <a:r>
              <a:rPr lang="en-GB" sz="1700"/>
              <a:t>Changing your mindset is easy and takes no work! </a:t>
            </a:r>
          </a:p>
          <a:p>
            <a:pPr marL="514350" indent="-514350">
              <a:buFont typeface="+mj-lt"/>
              <a:buAutoNum type="alphaLcParenR"/>
            </a:pPr>
            <a:endParaRPr lang="en-GB" sz="1700"/>
          </a:p>
          <a:p>
            <a:pPr marL="514350" indent="-514350">
              <a:buFont typeface="+mj-lt"/>
              <a:buAutoNum type="alphaLcParenR"/>
            </a:pPr>
            <a:r>
              <a:rPr lang="en-GB" sz="1700"/>
              <a:t>Changing my mindset from fixed to a growth mindset will make me a more successful learner. </a:t>
            </a:r>
          </a:p>
          <a:p>
            <a:pPr marL="514350" indent="-514350">
              <a:buFont typeface="+mj-lt"/>
              <a:buAutoNum type="alphaLcParenR"/>
            </a:pPr>
            <a:endParaRPr lang="en-GB" sz="1700"/>
          </a:p>
          <a:p>
            <a:pPr marL="514350" indent="-514350">
              <a:buFont typeface="+mj-lt"/>
              <a:buAutoNum type="alphaLcParenR"/>
            </a:pPr>
            <a:r>
              <a:rPr lang="en-GB" sz="1700"/>
              <a:t>Having learnt a skill already means you don’t have to push yourself anymore. </a:t>
            </a:r>
          </a:p>
          <a:p>
            <a:pPr marL="514350" indent="-514350">
              <a:buFont typeface="+mj-lt"/>
              <a:buAutoNum type="alphaLcParenR"/>
            </a:pPr>
            <a:endParaRPr lang="en-GB" sz="1700"/>
          </a:p>
          <a:p>
            <a:pPr marL="514350" indent="-514350">
              <a:buFont typeface="+mj-lt"/>
              <a:buAutoNum type="alphaLcParenR"/>
            </a:pPr>
            <a:r>
              <a:rPr lang="en-GB" sz="1700"/>
              <a:t>You can learn </a:t>
            </a:r>
            <a:r>
              <a:rPr lang="en-GB" sz="1700" b="1" u="sng"/>
              <a:t>any</a:t>
            </a:r>
            <a:r>
              <a:rPr lang="en-GB" sz="1700"/>
              <a:t> new skill through hard work, effort and by believing you can. </a:t>
            </a:r>
          </a:p>
        </p:txBody>
      </p:sp>
      <p:sp>
        <p:nvSpPr>
          <p:cNvPr id="4" name="Title 1"/>
          <p:cNvSpPr txBox="1">
            <a:spLocks/>
          </p:cNvSpPr>
          <p:nvPr/>
        </p:nvSpPr>
        <p:spPr>
          <a:xfrm>
            <a:off x="34427" y="-7963"/>
            <a:ext cx="5544616" cy="519562"/>
          </a:xfrm>
          <a:prstGeom prst="rect">
            <a:avLst/>
          </a:prstGeom>
          <a:solidFill>
            <a:schemeClr val="bg1"/>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1"/>
            <a:r>
              <a:rPr lang="en-GB" sz="4000" b="1">
                <a:solidFill>
                  <a:srgbClr val="0FA174"/>
                </a:solidFill>
              </a:rPr>
              <a:t>What have you learnt?</a:t>
            </a:r>
          </a:p>
        </p:txBody>
      </p:sp>
      <p:grpSp>
        <p:nvGrpSpPr>
          <p:cNvPr id="7" name="Group 6"/>
          <p:cNvGrpSpPr/>
          <p:nvPr/>
        </p:nvGrpSpPr>
        <p:grpSpPr>
          <a:xfrm>
            <a:off x="5362276" y="780210"/>
            <a:ext cx="3523707" cy="864096"/>
            <a:chOff x="5368772" y="908720"/>
            <a:chExt cx="3523707" cy="1008112"/>
          </a:xfrm>
        </p:grpSpPr>
        <p:sp>
          <p:nvSpPr>
            <p:cNvPr id="5" name="Rectangle 4"/>
            <p:cNvSpPr/>
            <p:nvPr/>
          </p:nvSpPr>
          <p:spPr>
            <a:xfrm>
              <a:off x="7124130"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False</a:t>
              </a:r>
            </a:p>
          </p:txBody>
        </p:sp>
        <p:sp>
          <p:nvSpPr>
            <p:cNvPr id="6" name="Rectangle 5"/>
            <p:cNvSpPr/>
            <p:nvPr/>
          </p:nvSpPr>
          <p:spPr>
            <a:xfrm>
              <a:off x="5368772"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True</a:t>
              </a:r>
            </a:p>
          </p:txBody>
        </p:sp>
      </p:grpSp>
      <p:grpSp>
        <p:nvGrpSpPr>
          <p:cNvPr id="11" name="Group 10"/>
          <p:cNvGrpSpPr/>
          <p:nvPr/>
        </p:nvGrpSpPr>
        <p:grpSpPr>
          <a:xfrm>
            <a:off x="5375267" y="1784011"/>
            <a:ext cx="3523707" cy="886741"/>
            <a:chOff x="5368772" y="908720"/>
            <a:chExt cx="3523707" cy="1008112"/>
          </a:xfrm>
        </p:grpSpPr>
        <p:sp>
          <p:nvSpPr>
            <p:cNvPr id="12" name="Rectangle 11"/>
            <p:cNvSpPr/>
            <p:nvPr/>
          </p:nvSpPr>
          <p:spPr>
            <a:xfrm>
              <a:off x="7124130"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False</a:t>
              </a:r>
            </a:p>
          </p:txBody>
        </p:sp>
        <p:sp>
          <p:nvSpPr>
            <p:cNvPr id="13" name="Rectangle 12"/>
            <p:cNvSpPr/>
            <p:nvPr/>
          </p:nvSpPr>
          <p:spPr>
            <a:xfrm>
              <a:off x="5368772"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True</a:t>
              </a:r>
            </a:p>
          </p:txBody>
        </p:sp>
      </p:grpSp>
      <p:grpSp>
        <p:nvGrpSpPr>
          <p:cNvPr id="14" name="Group 13"/>
          <p:cNvGrpSpPr/>
          <p:nvPr/>
        </p:nvGrpSpPr>
        <p:grpSpPr>
          <a:xfrm>
            <a:off x="5388258" y="2792123"/>
            <a:ext cx="3523707" cy="886741"/>
            <a:chOff x="5368772" y="908720"/>
            <a:chExt cx="3523707" cy="1008112"/>
          </a:xfrm>
        </p:grpSpPr>
        <p:sp>
          <p:nvSpPr>
            <p:cNvPr id="15" name="Rectangle 14"/>
            <p:cNvSpPr/>
            <p:nvPr/>
          </p:nvSpPr>
          <p:spPr>
            <a:xfrm>
              <a:off x="7124130"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False</a:t>
              </a:r>
            </a:p>
          </p:txBody>
        </p:sp>
        <p:sp>
          <p:nvSpPr>
            <p:cNvPr id="16" name="Rectangle 15"/>
            <p:cNvSpPr/>
            <p:nvPr/>
          </p:nvSpPr>
          <p:spPr>
            <a:xfrm>
              <a:off x="5368772"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True</a:t>
              </a:r>
            </a:p>
          </p:txBody>
        </p:sp>
      </p:grpSp>
      <p:grpSp>
        <p:nvGrpSpPr>
          <p:cNvPr id="17" name="Group 16"/>
          <p:cNvGrpSpPr/>
          <p:nvPr/>
        </p:nvGrpSpPr>
        <p:grpSpPr>
          <a:xfrm>
            <a:off x="5394753" y="3822880"/>
            <a:ext cx="3523707" cy="864096"/>
            <a:chOff x="5368772" y="908720"/>
            <a:chExt cx="3523707" cy="1008112"/>
          </a:xfrm>
        </p:grpSpPr>
        <p:sp>
          <p:nvSpPr>
            <p:cNvPr id="18" name="Rectangle 17"/>
            <p:cNvSpPr/>
            <p:nvPr/>
          </p:nvSpPr>
          <p:spPr>
            <a:xfrm>
              <a:off x="7124130"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False</a:t>
              </a:r>
            </a:p>
          </p:txBody>
        </p:sp>
        <p:sp>
          <p:nvSpPr>
            <p:cNvPr id="19" name="Rectangle 18"/>
            <p:cNvSpPr/>
            <p:nvPr/>
          </p:nvSpPr>
          <p:spPr>
            <a:xfrm>
              <a:off x="5368772"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True</a:t>
              </a:r>
            </a:p>
          </p:txBody>
        </p:sp>
      </p:grpSp>
      <p:grpSp>
        <p:nvGrpSpPr>
          <p:cNvPr id="20" name="Group 19"/>
          <p:cNvGrpSpPr/>
          <p:nvPr/>
        </p:nvGrpSpPr>
        <p:grpSpPr>
          <a:xfrm>
            <a:off x="5401248" y="4830992"/>
            <a:ext cx="3523707" cy="864096"/>
            <a:chOff x="5368772" y="908720"/>
            <a:chExt cx="3523707" cy="1008112"/>
          </a:xfrm>
        </p:grpSpPr>
        <p:sp>
          <p:nvSpPr>
            <p:cNvPr id="21" name="Rectangle 20"/>
            <p:cNvSpPr/>
            <p:nvPr/>
          </p:nvSpPr>
          <p:spPr>
            <a:xfrm>
              <a:off x="7124130"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False</a:t>
              </a:r>
            </a:p>
          </p:txBody>
        </p:sp>
        <p:sp>
          <p:nvSpPr>
            <p:cNvPr id="22" name="Rectangle 21"/>
            <p:cNvSpPr/>
            <p:nvPr/>
          </p:nvSpPr>
          <p:spPr>
            <a:xfrm>
              <a:off x="5368772"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True</a:t>
              </a:r>
            </a:p>
          </p:txBody>
        </p:sp>
      </p:grpSp>
      <p:grpSp>
        <p:nvGrpSpPr>
          <p:cNvPr id="23" name="Group 22"/>
          <p:cNvGrpSpPr/>
          <p:nvPr/>
        </p:nvGrpSpPr>
        <p:grpSpPr>
          <a:xfrm>
            <a:off x="5407743" y="5839104"/>
            <a:ext cx="3523707" cy="836712"/>
            <a:chOff x="5368772" y="908720"/>
            <a:chExt cx="3523707" cy="1008112"/>
          </a:xfrm>
        </p:grpSpPr>
        <p:sp>
          <p:nvSpPr>
            <p:cNvPr id="24" name="Rectangle 23"/>
            <p:cNvSpPr/>
            <p:nvPr/>
          </p:nvSpPr>
          <p:spPr>
            <a:xfrm>
              <a:off x="7124130"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False</a:t>
              </a:r>
            </a:p>
          </p:txBody>
        </p:sp>
        <p:sp>
          <p:nvSpPr>
            <p:cNvPr id="25" name="Rectangle 24"/>
            <p:cNvSpPr/>
            <p:nvPr/>
          </p:nvSpPr>
          <p:spPr>
            <a:xfrm>
              <a:off x="5368772" y="908720"/>
              <a:ext cx="1768349" cy="10081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sz="4000"/>
                <a:t>True</a:t>
              </a:r>
            </a:p>
          </p:txBody>
        </p:sp>
      </p:grpSp>
      <p:sp>
        <p:nvSpPr>
          <p:cNvPr id="26" name="Oval 25"/>
          <p:cNvSpPr/>
          <p:nvPr/>
        </p:nvSpPr>
        <p:spPr>
          <a:xfrm>
            <a:off x="5300917" y="668748"/>
            <a:ext cx="1904058" cy="1003801"/>
          </a:xfrm>
          <a:prstGeom prst="ellipse">
            <a:avLst/>
          </a:prstGeom>
          <a:noFill/>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27" name="Oval 26"/>
          <p:cNvSpPr/>
          <p:nvPr/>
        </p:nvSpPr>
        <p:spPr>
          <a:xfrm>
            <a:off x="5273923" y="3753027"/>
            <a:ext cx="1904058" cy="1003801"/>
          </a:xfrm>
          <a:prstGeom prst="ellipse">
            <a:avLst/>
          </a:prstGeom>
          <a:noFill/>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28" name="Oval 27"/>
          <p:cNvSpPr/>
          <p:nvPr/>
        </p:nvSpPr>
        <p:spPr>
          <a:xfrm>
            <a:off x="5273923" y="5771528"/>
            <a:ext cx="1904058" cy="1003801"/>
          </a:xfrm>
          <a:prstGeom prst="ellipse">
            <a:avLst/>
          </a:prstGeom>
          <a:noFill/>
          <a:ln>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1" name="Oval 30"/>
          <p:cNvSpPr/>
          <p:nvPr/>
        </p:nvSpPr>
        <p:spPr>
          <a:xfrm>
            <a:off x="7075761" y="1725480"/>
            <a:ext cx="1904058" cy="1003801"/>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2" name="Oval 31"/>
          <p:cNvSpPr/>
          <p:nvPr/>
        </p:nvSpPr>
        <p:spPr>
          <a:xfrm>
            <a:off x="7095246" y="2749226"/>
            <a:ext cx="1904058" cy="1003801"/>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33" name="Oval 32"/>
          <p:cNvSpPr/>
          <p:nvPr/>
        </p:nvSpPr>
        <p:spPr>
          <a:xfrm>
            <a:off x="7063707" y="4756828"/>
            <a:ext cx="1904058" cy="1003801"/>
          </a:xfrm>
          <a:prstGeom prst="ellipse">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3979094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 calcmode="lin" valueType="num">
                                      <p:cBhvr additive="base">
                                        <p:cTn id="18" dur="500" fill="hold"/>
                                        <p:tgtEl>
                                          <p:spTgt spid="32"/>
                                        </p:tgtEl>
                                        <p:attrNameLst>
                                          <p:attrName>ppt_x</p:attrName>
                                        </p:attrNameLst>
                                      </p:cBhvr>
                                      <p:tavLst>
                                        <p:tav tm="0">
                                          <p:val>
                                            <p:strVal val="#ppt_x"/>
                                          </p:val>
                                        </p:tav>
                                        <p:tav tm="100000">
                                          <p:val>
                                            <p:strVal val="#ppt_x"/>
                                          </p:val>
                                        </p:tav>
                                      </p:tavLst>
                                    </p:anim>
                                    <p:anim calcmode="lin" valueType="num">
                                      <p:cBhvr additive="base">
                                        <p:cTn id="19"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ppt_x"/>
                                          </p:val>
                                        </p:tav>
                                        <p:tav tm="100000">
                                          <p:val>
                                            <p:strVal val="#ppt_x"/>
                                          </p:val>
                                        </p:tav>
                                      </p:tavLst>
                                    </p:anim>
                                    <p:anim calcmode="lin" valueType="num">
                                      <p:cBhvr additive="base">
                                        <p:cTn id="3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 calcmode="lin" valueType="num">
                                      <p:cBhvr additive="base">
                                        <p:cTn id="37" dur="500" fill="hold"/>
                                        <p:tgtEl>
                                          <p:spTgt spid="28"/>
                                        </p:tgtEl>
                                        <p:attrNameLst>
                                          <p:attrName>ppt_x</p:attrName>
                                        </p:attrNameLst>
                                      </p:cBhvr>
                                      <p:tavLst>
                                        <p:tav tm="0">
                                          <p:val>
                                            <p:strVal val="#ppt_x"/>
                                          </p:val>
                                        </p:tav>
                                        <p:tav tm="100000">
                                          <p:val>
                                            <p:strVal val="#ppt_x"/>
                                          </p:val>
                                        </p:tav>
                                      </p:tavLst>
                                    </p:anim>
                                    <p:anim calcmode="lin" valueType="num">
                                      <p:cBhvr additive="base">
                                        <p:cTn id="3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31" grpId="0" animBg="1"/>
      <p:bldP spid="32" grpId="0" animBg="1"/>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1484784"/>
            <a:ext cx="8229600" cy="4536504"/>
          </a:xfrm>
        </p:spPr>
        <p:style>
          <a:lnRef idx="2">
            <a:schemeClr val="accent1"/>
          </a:lnRef>
          <a:fillRef idx="1">
            <a:schemeClr val="lt1"/>
          </a:fillRef>
          <a:effectRef idx="0">
            <a:schemeClr val="accent1"/>
          </a:effectRef>
          <a:fontRef idx="minor">
            <a:schemeClr val="dk1"/>
          </a:fontRef>
        </p:style>
        <p:txBody>
          <a:bodyPr anchor="ctr">
            <a:normAutofit/>
          </a:bodyPr>
          <a:lstStyle/>
          <a:p>
            <a:pPr marL="0" indent="0" algn="ctr">
              <a:buNone/>
            </a:pPr>
            <a:r>
              <a:rPr lang="en-GB" sz="4400"/>
              <a:t>Write down one ‘growth mindset’ statement you are going to use this term on your ‘growth’ card. </a:t>
            </a:r>
          </a:p>
          <a:p>
            <a:pPr marL="0" indent="0" algn="ctr">
              <a:buNone/>
            </a:pPr>
            <a:endParaRPr lang="en-GB" sz="4400"/>
          </a:p>
          <a:p>
            <a:pPr marL="0" indent="0" algn="ctr">
              <a:buNone/>
            </a:pPr>
            <a:r>
              <a:rPr lang="en-GB" sz="4400" b="1" i="1"/>
              <a:t>These will be collected and handed back and displayed. </a:t>
            </a:r>
            <a:r>
              <a:rPr lang="en-GB" sz="4400" b="1" i="1">
                <a:sym typeface="Wingdings" panose="05000000000000000000" pitchFamily="2" charset="2"/>
              </a:rPr>
              <a:t></a:t>
            </a:r>
            <a:endParaRPr lang="en-GB" sz="4400" b="1" i="1"/>
          </a:p>
        </p:txBody>
      </p:sp>
      <p:sp>
        <p:nvSpPr>
          <p:cNvPr id="5" name="Title 4"/>
          <p:cNvSpPr>
            <a:spLocks noGrp="1"/>
          </p:cNvSpPr>
          <p:nvPr>
            <p:ph type="title"/>
          </p:nvPr>
        </p:nvSpPr>
        <p:spPr>
          <a:xfrm>
            <a:off x="107504" y="116632"/>
            <a:ext cx="6707088" cy="850106"/>
          </a:xfrm>
          <a:solidFill>
            <a:schemeClr val="bg1"/>
          </a:solidFill>
        </p:spPr>
        <p:txBody>
          <a:bodyPr>
            <a:normAutofit fontScale="90000"/>
          </a:bodyPr>
          <a:lstStyle/>
          <a:p>
            <a:r>
              <a:rPr lang="en-GB" b="1">
                <a:solidFill>
                  <a:srgbClr val="0FA174"/>
                </a:solidFill>
              </a:rPr>
              <a:t>How could you use growth mindset?</a:t>
            </a:r>
          </a:p>
        </p:txBody>
      </p:sp>
    </p:spTree>
    <p:extLst>
      <p:ext uri="{BB962C8B-B14F-4D97-AF65-F5344CB8AC3E}">
        <p14:creationId xmlns:p14="http://schemas.microsoft.com/office/powerpoint/2010/main" val="2520601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5E2124-4472-F398-3BA8-AE46E0DD1255}"/>
            </a:ext>
          </a:extLst>
        </p:cNvPr>
        <p:cNvGrpSpPr/>
        <p:nvPr/>
      </p:nvGrpSpPr>
      <p:grpSpPr>
        <a:xfrm>
          <a:off x="0" y="0"/>
          <a:ext cx="0" cy="0"/>
          <a:chOff x="0" y="0"/>
          <a:chExt cx="0" cy="0"/>
        </a:xfrm>
      </p:grpSpPr>
      <p:grpSp>
        <p:nvGrpSpPr>
          <p:cNvPr id="15" name="Group 14"/>
          <p:cNvGrpSpPr/>
          <p:nvPr/>
        </p:nvGrpSpPr>
        <p:grpSpPr>
          <a:xfrm>
            <a:off x="251520" y="317202"/>
            <a:ext cx="8571128" cy="3111798"/>
            <a:chOff x="228570" y="260648"/>
            <a:chExt cx="5785058" cy="3528392"/>
          </a:xfrm>
        </p:grpSpPr>
        <p:pic>
          <p:nvPicPr>
            <p:cNvPr id="16" name="Picture 2" descr="http://www.aboundlessworld.com/wp-content/uploads/2015/11/plant_growth.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940" b="22352"/>
            <a:stretch/>
          </p:blipFill>
          <p:spPr bwMode="auto">
            <a:xfrm>
              <a:off x="228571" y="1484784"/>
              <a:ext cx="5783588" cy="2304256"/>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228570" y="260648"/>
              <a:ext cx="5783589" cy="352839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latin typeface="Tahoma" pitchFamily="34" charset="0"/>
                <a:ea typeface="Tahoma" pitchFamily="34" charset="0"/>
                <a:cs typeface="Tahoma" pitchFamily="34" charset="0"/>
              </a:endParaRPr>
            </a:p>
          </p:txBody>
        </p:sp>
        <p:sp>
          <p:nvSpPr>
            <p:cNvPr id="18" name="Rectangle 17"/>
            <p:cNvSpPr/>
            <p:nvPr/>
          </p:nvSpPr>
          <p:spPr>
            <a:xfrm>
              <a:off x="456954" y="584684"/>
              <a:ext cx="5267174" cy="205222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GB" sz="1600" b="1">
                  <a:latin typeface="Tahoma" pitchFamily="34" charset="0"/>
                  <a:ea typeface="Tahoma" pitchFamily="34" charset="0"/>
                  <a:cs typeface="Tahoma" pitchFamily="34" charset="0"/>
                </a:rPr>
                <a:t>I am going to use the statement:______________________________________________________________</a:t>
              </a:r>
            </a:p>
            <a:p>
              <a:r>
                <a:rPr lang="en-GB" sz="1600" b="1">
                  <a:latin typeface="Tahoma" pitchFamily="34" charset="0"/>
                  <a:ea typeface="Tahoma" pitchFamily="34" charset="0"/>
                  <a:cs typeface="Tahoma" pitchFamily="34" charset="0"/>
                </a:rPr>
                <a:t> </a:t>
              </a:r>
            </a:p>
            <a:p>
              <a:r>
                <a:rPr lang="en-GB" sz="1600" b="1">
                  <a:latin typeface="Tahoma" pitchFamily="34" charset="0"/>
                  <a:ea typeface="Tahoma" pitchFamily="34" charset="0"/>
                  <a:cs typeface="Tahoma" pitchFamily="34" charset="0"/>
                </a:rPr>
                <a:t>This is because I want to improve my:___________________________________________________________________</a:t>
              </a:r>
            </a:p>
          </p:txBody>
        </p:sp>
        <p:sp>
          <p:nvSpPr>
            <p:cNvPr id="19" name="Rectangle 18"/>
            <p:cNvSpPr/>
            <p:nvPr/>
          </p:nvSpPr>
          <p:spPr>
            <a:xfrm>
              <a:off x="4759744" y="293283"/>
              <a:ext cx="1253884" cy="57606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b="1">
                  <a:solidFill>
                    <a:srgbClr val="00B050"/>
                  </a:solidFill>
                  <a:effectLst>
                    <a:outerShdw blurRad="38100" dist="38100" dir="2700000" algn="tl">
                      <a:srgbClr val="000000">
                        <a:alpha val="43137"/>
                      </a:srgbClr>
                    </a:outerShdw>
                  </a:effectLst>
                  <a:latin typeface="Tahoma" pitchFamily="34" charset="0"/>
                  <a:ea typeface="Tahoma" pitchFamily="34" charset="0"/>
                  <a:cs typeface="Tahoma" pitchFamily="34" charset="0"/>
                </a:rPr>
                <a:t>Growing My Mindset</a:t>
              </a:r>
            </a:p>
          </p:txBody>
        </p:sp>
      </p:grpSp>
      <p:grpSp>
        <p:nvGrpSpPr>
          <p:cNvPr id="2" name="Group 1">
            <a:extLst>
              <a:ext uri="{FF2B5EF4-FFF2-40B4-BE49-F238E27FC236}">
                <a16:creationId xmlns:a16="http://schemas.microsoft.com/office/drawing/2014/main" id="{BBDABF7B-595F-BE4D-FE54-71B765857383}"/>
              </a:ext>
            </a:extLst>
          </p:cNvPr>
          <p:cNvGrpSpPr/>
          <p:nvPr/>
        </p:nvGrpSpPr>
        <p:grpSpPr>
          <a:xfrm>
            <a:off x="235199" y="3522497"/>
            <a:ext cx="8622365" cy="3111798"/>
            <a:chOff x="193988" y="260648"/>
            <a:chExt cx="5819640" cy="3528392"/>
          </a:xfrm>
        </p:grpSpPr>
        <p:pic>
          <p:nvPicPr>
            <p:cNvPr id="4" name="Picture 2" descr="http://www.aboundlessworld.com/wp-content/uploads/2015/11/plant_growth.jpg">
              <a:extLst>
                <a:ext uri="{FF2B5EF4-FFF2-40B4-BE49-F238E27FC236}">
                  <a16:creationId xmlns:a16="http://schemas.microsoft.com/office/drawing/2014/main" id="{5BFD5ADC-B043-D3BC-D515-FA0FE7BFE40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6940" b="22352"/>
            <a:stretch/>
          </p:blipFill>
          <p:spPr bwMode="auto">
            <a:xfrm>
              <a:off x="228571" y="1484784"/>
              <a:ext cx="5783588" cy="230425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CA005C1-94A1-C8D1-50C8-EC0766C4A8D0}"/>
                </a:ext>
              </a:extLst>
            </p:cNvPr>
            <p:cNvSpPr/>
            <p:nvPr/>
          </p:nvSpPr>
          <p:spPr>
            <a:xfrm>
              <a:off x="193988" y="260648"/>
              <a:ext cx="5783589" cy="352839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latin typeface="Tahoma" pitchFamily="34" charset="0"/>
                <a:ea typeface="Tahoma" pitchFamily="34" charset="0"/>
                <a:cs typeface="Tahoma" pitchFamily="34" charset="0"/>
              </a:endParaRPr>
            </a:p>
          </p:txBody>
        </p:sp>
        <p:sp>
          <p:nvSpPr>
            <p:cNvPr id="7" name="Rectangle 6">
              <a:extLst>
                <a:ext uri="{FF2B5EF4-FFF2-40B4-BE49-F238E27FC236}">
                  <a16:creationId xmlns:a16="http://schemas.microsoft.com/office/drawing/2014/main" id="{2060898F-DDAB-12B5-CFBE-CDBAF283DCC0}"/>
                </a:ext>
              </a:extLst>
            </p:cNvPr>
            <p:cNvSpPr/>
            <p:nvPr/>
          </p:nvSpPr>
          <p:spPr>
            <a:xfrm>
              <a:off x="456954" y="584684"/>
              <a:ext cx="5267174" cy="205222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r>
                <a:rPr lang="en-GB" sz="1600" b="1">
                  <a:latin typeface="Tahoma" pitchFamily="34" charset="0"/>
                  <a:ea typeface="Tahoma" pitchFamily="34" charset="0"/>
                  <a:cs typeface="Tahoma" pitchFamily="34" charset="0"/>
                </a:rPr>
                <a:t>I am going to use the statement:______________________________________________________________</a:t>
              </a:r>
            </a:p>
            <a:p>
              <a:r>
                <a:rPr lang="en-GB" sz="1600" b="1">
                  <a:latin typeface="Tahoma" pitchFamily="34" charset="0"/>
                  <a:ea typeface="Tahoma" pitchFamily="34" charset="0"/>
                  <a:cs typeface="Tahoma" pitchFamily="34" charset="0"/>
                </a:rPr>
                <a:t> </a:t>
              </a:r>
            </a:p>
            <a:p>
              <a:r>
                <a:rPr lang="en-GB" sz="1600" b="1">
                  <a:latin typeface="Tahoma" pitchFamily="34" charset="0"/>
                  <a:ea typeface="Tahoma" pitchFamily="34" charset="0"/>
                  <a:cs typeface="Tahoma" pitchFamily="34" charset="0"/>
                </a:rPr>
                <a:t>This is because I want to improve my:___________________________________________________________________</a:t>
              </a:r>
            </a:p>
          </p:txBody>
        </p:sp>
        <p:sp>
          <p:nvSpPr>
            <p:cNvPr id="8" name="Rectangle 7">
              <a:extLst>
                <a:ext uri="{FF2B5EF4-FFF2-40B4-BE49-F238E27FC236}">
                  <a16:creationId xmlns:a16="http://schemas.microsoft.com/office/drawing/2014/main" id="{1BDE7B30-F206-C84D-A25C-CCAF5E53EB18}"/>
                </a:ext>
              </a:extLst>
            </p:cNvPr>
            <p:cNvSpPr/>
            <p:nvPr/>
          </p:nvSpPr>
          <p:spPr>
            <a:xfrm>
              <a:off x="4759744" y="293283"/>
              <a:ext cx="1253884" cy="576064"/>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b="1">
                  <a:solidFill>
                    <a:srgbClr val="00B050"/>
                  </a:solidFill>
                  <a:effectLst>
                    <a:outerShdw blurRad="38100" dist="38100" dir="2700000" algn="tl">
                      <a:srgbClr val="000000">
                        <a:alpha val="43137"/>
                      </a:srgbClr>
                    </a:outerShdw>
                  </a:effectLst>
                  <a:latin typeface="Tahoma" pitchFamily="34" charset="0"/>
                  <a:ea typeface="Tahoma" pitchFamily="34" charset="0"/>
                  <a:cs typeface="Tahoma" pitchFamily="34" charset="0"/>
                </a:rPr>
                <a:t>Growing My Mindset</a:t>
              </a:r>
            </a:p>
          </p:txBody>
        </p:sp>
      </p:grpSp>
    </p:spTree>
    <p:extLst>
      <p:ext uri="{BB962C8B-B14F-4D97-AF65-F5344CB8AC3E}">
        <p14:creationId xmlns:p14="http://schemas.microsoft.com/office/powerpoint/2010/main" val="2880972217"/>
      </p:ext>
    </p:extLst>
  </p:cSld>
  <p:clrMapOvr>
    <a:masterClrMapping/>
  </p:clrMapOvr>
</p:sld>
</file>

<file path=ppt/theme/theme1.xml><?xml version="1.0" encoding="utf-8"?>
<a:theme xmlns:a="http://schemas.openxmlformats.org/drawingml/2006/main" name="IVEI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2" id="{9CFD1F6C-F554-4AC8-B7F5-523AAD9924D5}" vid="{0AF1A2BA-5124-47DA-A822-033D124999F6}"/>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585a208-2b07-4fdd-a66b-c2eba235bf2a" xsi:nil="true"/>
    <lcf76f155ced4ddcb4097134ff3c332f xmlns="3bf40a17-1379-4dab-b916-ab02e84cbd7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5F3B87C401AC242839DA526564AF249" ma:contentTypeVersion="10" ma:contentTypeDescription="Create a new document." ma:contentTypeScope="" ma:versionID="a623f08b04005747e4243fbc3016e91c">
  <xsd:schema xmlns:xsd="http://www.w3.org/2001/XMLSchema" xmlns:xs="http://www.w3.org/2001/XMLSchema" xmlns:p="http://schemas.microsoft.com/office/2006/metadata/properties" xmlns:ns2="3bf40a17-1379-4dab-b916-ab02e84cbd7f" xmlns:ns3="7585a208-2b07-4fdd-a66b-c2eba235bf2a" targetNamespace="http://schemas.microsoft.com/office/2006/metadata/properties" ma:root="true" ma:fieldsID="2a9053f3ab6ec358824948e187856bee" ns2:_="" ns3:_="">
    <xsd:import namespace="3bf40a17-1379-4dab-b916-ab02e84cbd7f"/>
    <xsd:import namespace="7585a208-2b07-4fdd-a66b-c2eba235bf2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f40a17-1379-4dab-b916-ab02e84cbd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e7f6946-4a22-4d9d-a252-11c3c178b83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5a208-2b07-4fdd-a66b-c2eba235bf2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f29d2cb-cc7d-40a9-a3c4-a9375ea278f3}" ma:internalName="TaxCatchAll" ma:showField="CatchAllData" ma:web="7585a208-2b07-4fdd-a66b-c2eba235bf2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A4D688-6D69-4F7B-880C-C06484F81BF8}">
  <ds:schemaRefs>
    <ds:schemaRef ds:uri="http://schemas.microsoft.com/sharepoint/v3/contenttype/forms"/>
  </ds:schemaRefs>
</ds:datastoreItem>
</file>

<file path=customXml/itemProps2.xml><?xml version="1.0" encoding="utf-8"?>
<ds:datastoreItem xmlns:ds="http://schemas.openxmlformats.org/officeDocument/2006/customXml" ds:itemID="{FC9CF298-BD5E-4EF3-9B43-B29D1221FBE2}">
  <ds:schemaRefs>
    <ds:schemaRef ds:uri="3bf40a17-1379-4dab-b916-ab02e84cbd7f"/>
    <ds:schemaRef ds:uri="7585a208-2b07-4fdd-a66b-c2eba235bf2a"/>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A9EA287-608D-4D25-A2BF-C9CCFD107539}">
  <ds:schemaRefs>
    <ds:schemaRef ds:uri="3bf40a17-1379-4dab-b916-ab02e84cbd7f"/>
    <ds:schemaRef ds:uri="7585a208-2b07-4fdd-a66b-c2eba235bf2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899</Words>
  <Application>Microsoft Macintosh PowerPoint</Application>
  <PresentationFormat>On-screen Show (4:3)</PresentationFormat>
  <Paragraphs>117</Paragraphs>
  <Slides>9</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9</vt:i4>
      </vt:variant>
    </vt:vector>
  </HeadingPairs>
  <TitlesOfParts>
    <vt:vector size="17" baseType="lpstr">
      <vt:lpstr>Aptos</vt:lpstr>
      <vt:lpstr>Arial</vt:lpstr>
      <vt:lpstr>Calibri</vt:lpstr>
      <vt:lpstr>Calibri Light</vt:lpstr>
      <vt:lpstr>Tahoma</vt:lpstr>
      <vt:lpstr>Wingdings</vt:lpstr>
      <vt:lpstr>IVEI PPT Template</vt:lpstr>
      <vt:lpstr>1_Office Theme</vt:lpstr>
      <vt:lpstr>PowerPoint Presentation</vt:lpstr>
      <vt:lpstr>What makes a fantastic learner?</vt:lpstr>
      <vt:lpstr>PowerPoint Presentation</vt:lpstr>
      <vt:lpstr>In pairs:</vt:lpstr>
      <vt:lpstr>PowerPoint Presentation</vt:lpstr>
      <vt:lpstr>Mindset – what is it?</vt:lpstr>
      <vt:lpstr>PowerPoint Presentation</vt:lpstr>
      <vt:lpstr>How could you use growth mindset?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Tuesday 17th July 2012</dc:title>
  <dc:creator>James</dc:creator>
  <cp:lastModifiedBy>Anay Rustogi</cp:lastModifiedBy>
  <cp:revision>2</cp:revision>
  <dcterms:created xsi:type="dcterms:W3CDTF">2012-07-15T19:22:41Z</dcterms:created>
  <dcterms:modified xsi:type="dcterms:W3CDTF">2026-01-30T08:25:58Z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0x010100D5F3B87C401AC242839DA526564AF249</vt:lpwstr>
  </property>
  <property fmtid="{D5CDD505-2E9C-101B-9397-08002B2CF9AE}" pid="3" name="MediaServiceImageTags">
    <vt:lpwstr/>
  </property>
</Properties>
</file>